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92" r:id="rId5"/>
    <p:sldId id="325" r:id="rId6"/>
    <p:sldId id="310" r:id="rId7"/>
    <p:sldId id="311" r:id="rId8"/>
    <p:sldId id="312" r:id="rId9"/>
    <p:sldId id="314" r:id="rId10"/>
    <p:sldId id="316" r:id="rId11"/>
    <p:sldId id="315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266" r:id="rId21"/>
    <p:sldId id="290" r:id="rId22"/>
  </p:sldIdLst>
  <p:sldSz cx="18288000" cy="10287000"/>
  <p:notesSz cx="6858000" cy="9144000"/>
  <p:embeddedFontLst>
    <p:embeddedFont>
      <p:font typeface="Inter" panose="020B0604020202020204" charset="0"/>
      <p:regular r:id="rId25"/>
      <p:bold r:id="rId26"/>
      <p:italic r:id="rId27"/>
      <p:boldItalic r:id="rId28"/>
    </p:embeddedFont>
    <p:embeddedFont>
      <p:font typeface="Roboto Light" panose="02000000000000000000" pitchFamily="2" charset="0"/>
      <p:regular r:id="rId29"/>
      <p:bold r:id="rId30"/>
      <p:italic r:id="rId31"/>
      <p:boldItalic r:id="rId32"/>
    </p:embeddedFont>
    <p:embeddedFont>
      <p:font typeface="Roboto Slab" pitchFamily="2" charset="0"/>
      <p:regular r:id="rId33"/>
      <p:bold r:id="rId34"/>
    </p:embeddedFont>
  </p:embeddedFontLst>
  <p:custDataLst>
    <p:tags r:id="rId3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408">
          <p15:clr>
            <a:srgbClr val="A4A3A4"/>
          </p15:clr>
        </p15:guide>
        <p15:guide id="2" orient="horz" pos="2952">
          <p15:clr>
            <a:srgbClr val="A4A3A4"/>
          </p15:clr>
        </p15:guide>
        <p15:guide id="3" orient="horz" pos="2184">
          <p15:clr>
            <a:srgbClr val="A4A3A4"/>
          </p15:clr>
        </p15:guide>
        <p15:guide id="4" pos="11424">
          <p15:clr>
            <a:srgbClr val="A4A3A4"/>
          </p15:clr>
        </p15:guide>
        <p15:guide id="5" pos="10752">
          <p15:clr>
            <a:srgbClr val="A4A3A4"/>
          </p15:clr>
        </p15:guide>
        <p15:guide id="6" pos="5760">
          <p15:clr>
            <a:srgbClr val="A4A3A4"/>
          </p15:clr>
        </p15:guide>
        <p15:guide id="7" pos="768">
          <p15:clr>
            <a:srgbClr val="A4A3A4"/>
          </p15:clr>
        </p15:guide>
        <p15:guide id="8" orient="horz" pos="4032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5760">
          <p15:clr>
            <a:srgbClr val="A4A3A4"/>
          </p15:clr>
        </p15:guide>
        <p15:guide id="2" pos="432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828EjzSRMXI0ifKVxKVZqrLiD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A8D"/>
    <a:srgbClr val="3978BD"/>
    <a:srgbClr val="660066"/>
    <a:srgbClr val="8C5BA6"/>
    <a:srgbClr val="CC0000"/>
    <a:srgbClr val="E01C40"/>
    <a:srgbClr val="1D1D1B"/>
    <a:srgbClr val="00A09B"/>
    <a:srgbClr val="FAB807"/>
    <a:srgbClr val="F59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BAB5B-0559-4318-8EF8-11027C7F674C}" v="1" dt="2026-07-13T06:50:42.732"/>
  </p1510:revLst>
</p1510:revInfo>
</file>

<file path=ppt/tableStyles.xml><?xml version="1.0" encoding="utf-8"?>
<a:tblStyleLst xmlns:a="http://schemas.openxmlformats.org/drawingml/2006/main" def="{68B29904-5C0F-4179-A286-862FD9CD7D8C}">
  <a:tblStyle styleId="{68B29904-5C0F-4179-A286-862FD9CD7D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5E9"/>
          </a:solidFill>
        </a:fill>
      </a:tcStyle>
    </a:wholeTbl>
    <a:band1H>
      <a:tcTxStyle b="off" i="off"/>
      <a:tcStyle>
        <a:tcBdr/>
        <a:fill>
          <a:solidFill>
            <a:srgbClr val="CBEAD1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BEAD1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AA70AA6-53CF-4C9F-BED2-E3FA954BEF11}" styleName="Table_1">
    <a:wholeTbl>
      <a:tcTxStyle b="off" i="off">
        <a:font>
          <a:latin typeface="Calibri"/>
          <a:ea typeface="Calibri"/>
          <a:cs typeface="Calibri"/>
        </a:font>
        <a:srgbClr val="999999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2F6"/>
          </a:solidFill>
        </a:fill>
      </a:tcStyle>
    </a:wholeTbl>
    <a:band1H>
      <a:tcTxStyle b="off" i="off"/>
      <a:tcStyle>
        <a:tcBdr/>
        <a:fill>
          <a:solidFill>
            <a:srgbClr val="CAE4EC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E4EC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09B1CC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09B1CC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09B1CC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9B1CC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60" y="84"/>
      </p:cViewPr>
      <p:guideLst>
        <p:guide orient="horz" pos="6408"/>
        <p:guide orient="horz" pos="2952"/>
        <p:guide orient="horz" pos="2184"/>
        <p:guide pos="11424"/>
        <p:guide pos="10752"/>
        <p:guide pos="5760"/>
        <p:guide pos="768"/>
        <p:guide orient="horz" pos="40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>
        <p:guide orient="horz" pos="5760"/>
        <p:guide pos="43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66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gs" Target="tags/tag1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67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ariel Parra Vega" userId="1b48b65b-1952-4a6e-99fc-ac26d83c1963" providerId="ADAL" clId="{89CE2C4A-E18F-4DFA-A9E9-7E31280BB724}"/>
    <pc:docChg chg="undo custSel modSld">
      <pc:chgData name="Jesusariel Parra Vega" userId="1b48b65b-1952-4a6e-99fc-ac26d83c1963" providerId="ADAL" clId="{89CE2C4A-E18F-4DFA-A9E9-7E31280BB724}" dt="2026-07-13T06:54:27.261" v="9" actId="947"/>
      <pc:docMkLst>
        <pc:docMk/>
      </pc:docMkLst>
      <pc:sldChg chg="addSp delSp modSp mod">
        <pc:chgData name="Jesusariel Parra Vega" userId="1b48b65b-1952-4a6e-99fc-ac26d83c1963" providerId="ADAL" clId="{89CE2C4A-E18F-4DFA-A9E9-7E31280BB724}" dt="2026-07-13T06:54:27.261" v="9" actId="947"/>
        <pc:sldMkLst>
          <pc:docMk/>
          <pc:sldMk cId="714924707" sldId="292"/>
        </pc:sldMkLst>
        <pc:spChg chg="add del mod">
          <ac:chgData name="Jesusariel Parra Vega" userId="1b48b65b-1952-4a6e-99fc-ac26d83c1963" providerId="ADAL" clId="{89CE2C4A-E18F-4DFA-A9E9-7E31280BB724}" dt="2026-07-13T06:50:55.554" v="5" actId="255"/>
          <ac:spMkLst>
            <pc:docMk/>
            <pc:sldMk cId="714924707" sldId="292"/>
            <ac:spMk id="5" creationId="{5EA8DF06-8FA7-A83E-4A95-E24BA60BF519}"/>
          </ac:spMkLst>
        </pc:spChg>
        <pc:spChg chg="add del">
          <ac:chgData name="Jesusariel Parra Vega" userId="1b48b65b-1952-4a6e-99fc-ac26d83c1963" providerId="ADAL" clId="{89CE2C4A-E18F-4DFA-A9E9-7E31280BB724}" dt="2026-07-13T06:50:38.428" v="2" actId="22"/>
          <ac:spMkLst>
            <pc:docMk/>
            <pc:sldMk cId="714924707" sldId="292"/>
            <ac:spMk id="6" creationId="{FD19B2B1-1A18-2D90-BCD4-BF281528518A}"/>
          </ac:spMkLst>
        </pc:spChg>
        <pc:spChg chg="mod">
          <ac:chgData name="Jesusariel Parra Vega" userId="1b48b65b-1952-4a6e-99fc-ac26d83c1963" providerId="ADAL" clId="{89CE2C4A-E18F-4DFA-A9E9-7E31280BB724}" dt="2026-07-13T06:54:27.261" v="9" actId="947"/>
          <ac:spMkLst>
            <pc:docMk/>
            <pc:sldMk cId="714924707" sldId="292"/>
            <ac:spMk id="9" creationId="{CBCD9245-470C-C4E4-EAAD-5CD82587ECB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C0C0036-ED6F-D30F-707E-D023706DFD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80EF6E-0843-50E0-52B5-590CE9AD15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5D440-50CC-4633-80D1-03782A69C39D}" type="datetimeFigureOut">
              <a:rPr lang="es-CL" smtClean="0"/>
              <a:t>13-07-2026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A78008-AB00-C220-B215-4C34B79DE5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9EA3D7-130B-95BB-B4D5-33772F59C0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9717A-CA1C-4F8F-93FF-9A53535CFE0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6710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C3B1-4FAA-18AE-02B2-E6C5CECE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9D81C5-70AC-24BA-E277-2369A4DDF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EB7668-76DF-5EC6-F792-EB2C387B9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2D5D2D-E4F5-25E2-F624-9316EAC42E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419236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4812-0D54-8A0B-A74E-18815012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3DA9DDE-3C88-0A49-C110-320EC84F8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97058C-A529-3C5D-AE55-E4D9938BC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29E3C4-6489-4BC1-93D8-857578E62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032873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0F27-B2F8-97B7-963F-EB93D4FBD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C86333-D2E5-5DE0-080C-1FBDD084A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374416-9A53-F48D-2A14-C60F113C8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F75FF3-C2E5-3A30-888C-964B660AB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7658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EA488-9187-9470-5157-B2EFADC26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B2BDC6-96E7-B2EB-4CD6-514C23975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AC3C4C-6190-D512-E5D3-BD259F120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58C934-291B-DF8D-41C6-E141264FBB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731816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F390-B73C-63FB-5FE2-C5725188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C82A78-344F-8C4B-EF0C-BF664DC3C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D33DBD-151C-E11C-893F-3A33C2D47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705D83-F3F1-B679-2821-9CCBF399C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50956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B7A5-BD4E-FE7B-1894-4FF842E9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6C6FE6-F3B4-2ABD-94B3-FA6357E32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5E15D5-A1F1-628E-1A4F-E8A5F2924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8FC9C7-DC6F-9DB2-5CBA-BC8C140475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07035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3E6D5-D657-DF6A-4F1A-709FD897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A8525F-D4BB-9B53-8DCB-42EDBB216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2BABCF-E4A6-01BA-65CE-62CE930FC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C02A14-E671-5573-4B65-EF7A9C3034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1097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9923F-73B7-366D-6AEB-D3A34FBB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818054-EA0E-94DB-48D4-279D4FBDE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4E8157-71E6-4D2A-E70E-A23911883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FE507D-281B-740E-B60B-BCEFD8366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21647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51B38-F5EC-6CDB-4800-C8066E18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DECBFD-53A9-0EE7-D007-4237FDE17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2702B5-D1E0-3840-94FB-ECFED9742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06587D-024F-3062-4B5B-8498221373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352792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DE7F-4B3F-64B8-4E99-547CBAD8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06161F-2D83-9FE2-EFDA-6D4C60020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CEE930-3B04-4212-66BD-F41A83D0D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52871C-F394-30CA-B07A-CC9705F770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139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4BCA0-E212-6F9E-87CB-1E2BE8A29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24207-A558-3216-F9E7-2FF8CF106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8D1A08-F09D-05FE-7D2E-1FA9F744F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6B0125-1D42-B1C4-7E9B-61B7BB310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828865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2B96-7313-BC8E-D24A-80FCD6FA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E2820F-82EE-8775-624E-12C55B8ED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340B50-B21A-664D-6FD6-1D49C730E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6BA12A-1855-19E8-2CC7-21E1DC0479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1791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F998-D12B-1A35-E636-CDF1E572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45D4E6-9FB3-C20C-6A1C-1265E666A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A93875-9EA4-E141-1F3D-2FA274464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313AE5-E60B-E1F4-7A2D-DE0D3353D5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4213295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65839-6BD1-36A9-5533-F09D719B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9E5DD9-9FF8-F872-D25F-EB7F6EB07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CD0C0A-AD9C-1FBB-57D4-2130AA5AD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969450-2804-0815-0723-CFA66D37DC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445001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973e1d5e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87" name="Google Shape;287;g35973e1d5e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8" name="Google Shape;288;g35973e1d5e9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5"/>
          <p:cNvSpPr>
            <a:spLocks noGrp="1"/>
          </p:cNvSpPr>
          <p:nvPr>
            <p:ph type="pic" idx="2"/>
          </p:nvPr>
        </p:nvSpPr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Google Shape;14;p45"/>
          <p:cNvSpPr txBox="1">
            <a:spLocks noGrp="1"/>
          </p:cNvSpPr>
          <p:nvPr>
            <p:ph type="ctrTitle"/>
          </p:nvPr>
        </p:nvSpPr>
        <p:spPr>
          <a:xfrm>
            <a:off x="1371600" y="2247904"/>
            <a:ext cx="15544800" cy="22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oboto Slab"/>
              <a:buNone/>
              <a:defRPr>
                <a:solidFill>
                  <a:srgbClr val="19191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5"/>
          <p:cNvSpPr txBox="1">
            <a:spLocks noGrp="1"/>
          </p:cNvSpPr>
          <p:nvPr>
            <p:ph type="subTitle" idx="1"/>
          </p:nvPr>
        </p:nvSpPr>
        <p:spPr>
          <a:xfrm>
            <a:off x="2743200" y="4881566"/>
            <a:ext cx="12801600" cy="13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375E"/>
              </a:buClr>
              <a:buSzPts val="2800"/>
              <a:buNone/>
              <a:defRPr>
                <a:solidFill>
                  <a:srgbClr val="17375E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26F51A-7A12-6FF8-4118-49F280B08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86" y="1"/>
            <a:ext cx="18323086" cy="10287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616F8D9-C93D-E9AF-8A57-2C2ED544B8BA}"/>
              </a:ext>
            </a:extLst>
          </p:cNvPr>
          <p:cNvSpPr/>
          <p:nvPr userDrawn="1"/>
        </p:nvSpPr>
        <p:spPr>
          <a:xfrm>
            <a:off x="-18619" y="7743748"/>
            <a:ext cx="18325237" cy="25432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27BDC6-A68A-DA33-871E-94C49BA50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2057" y="8224387"/>
            <a:ext cx="6940447" cy="754179"/>
          </a:xfrm>
        </p:spPr>
        <p:txBody>
          <a:bodyPr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D0384BD-7E52-A4D5-8ED7-E966F0B9F2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9688" y="8309956"/>
            <a:ext cx="5032691" cy="1253067"/>
          </a:xfrm>
          <a:prstGeom prst="rect">
            <a:avLst/>
          </a:prstGeom>
        </p:spPr>
      </p:pic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2FB112D1-E028-1D40-D550-296C085408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5566" y="9003748"/>
            <a:ext cx="6958013" cy="825500"/>
          </a:xfrm>
        </p:spPr>
        <p:txBody>
          <a:bodyPr>
            <a:noAutofit/>
          </a:bodyPr>
          <a:lstStyle>
            <a:lvl1pPr marL="50800" indent="0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BAJADA DE TEXTO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171B2CD-7E60-B323-FC29-BE023895AEE6}"/>
              </a:ext>
            </a:extLst>
          </p:cNvPr>
          <p:cNvSpPr/>
          <p:nvPr userDrawn="1"/>
        </p:nvSpPr>
        <p:spPr>
          <a:xfrm>
            <a:off x="9425622" y="8165910"/>
            <a:ext cx="67733" cy="17339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50F47E9D-A364-861B-F5B1-D14C29EBF962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FF7582F6-9445-B029-842B-C2E8DEE38D9A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3489D6D2-0BD1-E989-3B1F-F95F2A7FFDEA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4386F3D2-2CDF-E417-CBB5-58F38BCEDA20}"/>
              </a:ext>
            </a:extLst>
          </p:cNvPr>
          <p:cNvSpPr/>
          <p:nvPr userDrawn="1"/>
        </p:nvSpPr>
        <p:spPr>
          <a:xfrm>
            <a:off x="16982486" y="8991266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71D45B1E-AB58-DB5C-1772-C6245BEB7638}"/>
              </a:ext>
            </a:extLst>
          </p:cNvPr>
          <p:cNvGrpSpPr/>
          <p:nvPr userDrawn="1"/>
        </p:nvGrpSpPr>
        <p:grpSpPr>
          <a:xfrm rot="5400000">
            <a:off x="272416" y="8897997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8CC025D-1A55-061F-E9A8-EAA8207B6AA7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D030D7D5-A3CD-D863-BFE3-1B6D5B330FE0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41E72388-05DF-6170-A8A1-EC947C74AC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187" y="300275"/>
            <a:ext cx="1274908" cy="127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3793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26F51A-7A12-6FF8-4118-49F280B08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86" y="1"/>
            <a:ext cx="18323086" cy="10287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616F8D9-C93D-E9AF-8A57-2C2ED544B8BA}"/>
              </a:ext>
            </a:extLst>
          </p:cNvPr>
          <p:cNvSpPr/>
          <p:nvPr userDrawn="1"/>
        </p:nvSpPr>
        <p:spPr>
          <a:xfrm>
            <a:off x="-18619" y="7743748"/>
            <a:ext cx="18325237" cy="25432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27BDC6-A68A-DA33-871E-94C49BA50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2057" y="8224387"/>
            <a:ext cx="6940447" cy="754179"/>
          </a:xfrm>
        </p:spPr>
        <p:txBody>
          <a:bodyPr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2FB112D1-E028-1D40-D550-296C085408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5566" y="9003748"/>
            <a:ext cx="6958013" cy="825500"/>
          </a:xfrm>
        </p:spPr>
        <p:txBody>
          <a:bodyPr>
            <a:noAutofit/>
          </a:bodyPr>
          <a:lstStyle>
            <a:lvl1pPr marL="50800" indent="0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BAJADA DE TEXTO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5272D89-6F0A-6835-9401-A00ED56C35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9688" y="8309956"/>
            <a:ext cx="5032691" cy="1253067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8BDB10F-B2DE-3EAD-54C3-74C151385992}"/>
              </a:ext>
            </a:extLst>
          </p:cNvPr>
          <p:cNvSpPr/>
          <p:nvPr userDrawn="1"/>
        </p:nvSpPr>
        <p:spPr>
          <a:xfrm>
            <a:off x="9425622" y="8165910"/>
            <a:ext cx="67733" cy="17339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92DFF47-1ADF-7889-619F-A6BD777D2A03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B6F04DA-0EE9-156E-906E-3661AB382325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C09AE1F-5063-FEF5-6E77-815103A0D987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9EEC15FE-6CD3-5AF0-32D4-CAD7ACDB5B50}"/>
              </a:ext>
            </a:extLst>
          </p:cNvPr>
          <p:cNvSpPr/>
          <p:nvPr userDrawn="1"/>
        </p:nvSpPr>
        <p:spPr>
          <a:xfrm>
            <a:off x="16982486" y="8991266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54C2F2E-D6B2-361D-097F-E2E99C811B54}"/>
              </a:ext>
            </a:extLst>
          </p:cNvPr>
          <p:cNvGrpSpPr/>
          <p:nvPr userDrawn="1"/>
        </p:nvGrpSpPr>
        <p:grpSpPr>
          <a:xfrm rot="5400000">
            <a:off x="272416" y="8897997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08BD7BF-4555-F72E-F800-9AC048E758BD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40AE824-E766-422E-EF6F-5F0CACC2199E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0C9BC944-402F-2299-1B0B-74136B17E51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187" y="300275"/>
            <a:ext cx="1274908" cy="127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66157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26F51A-7A12-6FF8-4118-49F280B08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86" y="1"/>
            <a:ext cx="18323086" cy="10287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616F8D9-C93D-E9AF-8A57-2C2ED544B8BA}"/>
              </a:ext>
            </a:extLst>
          </p:cNvPr>
          <p:cNvSpPr/>
          <p:nvPr userDrawn="1"/>
        </p:nvSpPr>
        <p:spPr>
          <a:xfrm>
            <a:off x="-18619" y="7743748"/>
            <a:ext cx="18325237" cy="25432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27BDC6-A68A-DA33-871E-94C49BA50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2057" y="8224387"/>
            <a:ext cx="6940447" cy="754179"/>
          </a:xfrm>
        </p:spPr>
        <p:txBody>
          <a:bodyPr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2FB112D1-E028-1D40-D550-296C085408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5566" y="9003748"/>
            <a:ext cx="6958013" cy="825500"/>
          </a:xfrm>
        </p:spPr>
        <p:txBody>
          <a:bodyPr>
            <a:noAutofit/>
          </a:bodyPr>
          <a:lstStyle>
            <a:lvl1pPr marL="50800" indent="0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BAJADA DE TEXTO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69E7689-A7CD-224D-A3C9-25A9BD6464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9688" y="8309956"/>
            <a:ext cx="5032691" cy="1253067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0F10084-BA77-6F25-6F7B-A66CED6128F7}"/>
              </a:ext>
            </a:extLst>
          </p:cNvPr>
          <p:cNvSpPr/>
          <p:nvPr userDrawn="1"/>
        </p:nvSpPr>
        <p:spPr>
          <a:xfrm>
            <a:off x="9425622" y="8165910"/>
            <a:ext cx="67733" cy="17339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F0377D3-6687-E495-854C-65EB31CC80E7}"/>
              </a:ext>
            </a:extLst>
          </p:cNvPr>
          <p:cNvGrpSpPr/>
          <p:nvPr userDrawn="1"/>
        </p:nvGrpSpPr>
        <p:grpSpPr>
          <a:xfrm>
            <a:off x="16897159" y="264043"/>
            <a:ext cx="1137660" cy="9732260"/>
            <a:chOff x="16897159" y="264043"/>
            <a:chExt cx="1137660" cy="973226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6A169F26-C71B-E86E-AA06-19344811E6AB}"/>
                </a:ext>
              </a:extLst>
            </p:cNvPr>
            <p:cNvGrpSpPr/>
            <p:nvPr userDrawn="1"/>
          </p:nvGrpSpPr>
          <p:grpSpPr>
            <a:xfrm rot="16200000">
              <a:off x="16897159" y="264043"/>
              <a:ext cx="1137660" cy="1137660"/>
              <a:chOff x="16818403" y="8803868"/>
              <a:chExt cx="1137660" cy="1137660"/>
            </a:xfrm>
            <a:solidFill>
              <a:srgbClr val="3978BD"/>
            </a:solidFill>
          </p:grpSpPr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0B0158AD-6963-9E1C-370A-A3F4C794D120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2EBEA716-A312-44F6-9B08-4FFDC093F196}"/>
                  </a:ext>
                </a:extLst>
              </p:cNvPr>
              <p:cNvSpPr/>
              <p:nvPr userDrawn="1"/>
            </p:nvSpPr>
            <p:spPr>
              <a:xfrm rot="5400000">
                <a:off x="17297502" y="9282968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168F44F-59CA-5496-1E64-566F0174F583}"/>
                </a:ext>
              </a:extLst>
            </p:cNvPr>
            <p:cNvSpPr/>
            <p:nvPr userDrawn="1"/>
          </p:nvSpPr>
          <p:spPr>
            <a:xfrm>
              <a:off x="16982486" y="8991266"/>
              <a:ext cx="1042260" cy="1005037"/>
            </a:xfrm>
            <a:prstGeom prst="rect">
              <a:avLst/>
            </a:prstGeom>
            <a:solidFill>
              <a:srgbClr val="3978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F8BFF02-0C1C-6A72-C201-EF1C1B88DE29}"/>
              </a:ext>
            </a:extLst>
          </p:cNvPr>
          <p:cNvGrpSpPr/>
          <p:nvPr userDrawn="1"/>
        </p:nvGrpSpPr>
        <p:grpSpPr>
          <a:xfrm>
            <a:off x="272416" y="300275"/>
            <a:ext cx="1276679" cy="9735382"/>
            <a:chOff x="272416" y="300275"/>
            <a:chExt cx="1276679" cy="9735382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AD20BC4-DD25-B320-3B90-229FE38E16DF}"/>
                </a:ext>
              </a:extLst>
            </p:cNvPr>
            <p:cNvGrpSpPr/>
            <p:nvPr userDrawn="1"/>
          </p:nvGrpSpPr>
          <p:grpSpPr>
            <a:xfrm rot="5400000">
              <a:off x="272416" y="8897997"/>
              <a:ext cx="1137660" cy="1137660"/>
              <a:chOff x="16818403" y="8803867"/>
              <a:chExt cx="1137660" cy="1137660"/>
            </a:xfrm>
            <a:solidFill>
              <a:srgbClr val="3978BD"/>
            </a:solidFill>
          </p:grpSpPr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FF357F9F-51C1-566F-40D4-45D002C4CE0B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FBC6BA45-43B4-56D9-53A9-3C906311474A}"/>
                  </a:ext>
                </a:extLst>
              </p:cNvPr>
              <p:cNvSpPr/>
              <p:nvPr userDrawn="1"/>
            </p:nvSpPr>
            <p:spPr>
              <a:xfrm rot="5400000">
                <a:off x="17297503" y="92829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A2909559-C48D-49D5-88F1-6ED0F9FBE2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4187" y="300275"/>
              <a:ext cx="1274908" cy="12749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454078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 preserve="1" userDrawn="1">
  <p:cSld name="29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>
            <a:extLst>
              <a:ext uri="{FF2B5EF4-FFF2-40B4-BE49-F238E27FC236}">
                <a16:creationId xmlns:a16="http://schemas.microsoft.com/office/drawing/2014/main" id="{E807BB93-530A-0BF9-3C2C-E2AC78F976A9}"/>
              </a:ext>
            </a:extLst>
          </p:cNvPr>
          <p:cNvGrpSpPr/>
          <p:nvPr userDrawn="1"/>
        </p:nvGrpSpPr>
        <p:grpSpPr>
          <a:xfrm rot="5400000">
            <a:off x="272416" y="8897997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4BFD4E97-7C8E-FB90-775B-467B3634BCA3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0C018094-A7BF-FF65-5EEF-38EB47633059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3802F31D-21E3-F55C-86BE-1218877F7E2D}"/>
              </a:ext>
            </a:extLst>
          </p:cNvPr>
          <p:cNvGrpSpPr/>
          <p:nvPr userDrawn="1"/>
        </p:nvGrpSpPr>
        <p:grpSpPr>
          <a:xfrm rot="10800000">
            <a:off x="272417" y="264043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3C78ABDA-F1E3-5190-E07B-E89009F6EF6D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0625DBD4-1ABC-88A8-9CA0-8D507B0BD34C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190C4234-6B3B-9D88-4FB2-3C55438089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485" y="1898014"/>
            <a:ext cx="390946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2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 preserve="1" userDrawn="1">
  <p:cSld name="20_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B15EE81-EEC0-B56A-56F7-94D1A2FFDD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86112BA-2EAB-827F-F1EF-D6ED02951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029" y="2127064"/>
            <a:ext cx="14886183" cy="6032872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278F7FE4-AC1D-5892-9ABC-AD424AC2349F}"/>
              </a:ext>
            </a:extLst>
          </p:cNvPr>
          <p:cNvSpPr/>
          <p:nvPr userDrawn="1"/>
        </p:nvSpPr>
        <p:spPr>
          <a:xfrm>
            <a:off x="8286750" y="1281112"/>
            <a:ext cx="1714500" cy="1714500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/>
              <a:t>02</a:t>
            </a:r>
            <a:endParaRPr lang="es-CL" sz="48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BADBB4F-721E-F609-D19A-EF2E3F1571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0798" y="3852862"/>
            <a:ext cx="6940447" cy="1714500"/>
          </a:xfrm>
        </p:spPr>
        <p:txBody>
          <a:bodyPr>
            <a:noAutofit/>
          </a:bodyPr>
          <a:lstStyle>
            <a:lvl1pPr algn="ctr">
              <a:defRPr sz="115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BB170401-C274-1957-7537-438C5487C4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0798" y="5618896"/>
            <a:ext cx="6958013" cy="825500"/>
          </a:xfrm>
        </p:spPr>
        <p:txBody>
          <a:bodyPr>
            <a:noAutofit/>
          </a:bodyPr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SUBTÍTULO</a:t>
            </a:r>
          </a:p>
        </p:txBody>
      </p:sp>
      <p:pic>
        <p:nvPicPr>
          <p:cNvPr id="12" name="Imagen 11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D443A060-5BE0-3DE1-F842-12542B2E4D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8116" y="608932"/>
            <a:ext cx="2737059" cy="702272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D6550100-D992-D859-8750-1D0B1AF369EF}"/>
              </a:ext>
            </a:extLst>
          </p:cNvPr>
          <p:cNvSpPr/>
          <p:nvPr userDrawn="1"/>
        </p:nvSpPr>
        <p:spPr>
          <a:xfrm>
            <a:off x="-2" y="0"/>
            <a:ext cx="1079461" cy="10287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FD30AF0-A1C7-6E8E-88DF-EC4007B3D9EE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E101242-AC35-F405-8877-F440A5F7804E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8BE7A7D-48C8-0260-5066-79C83D13D56E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3302470D-D766-32EC-FA25-FE4EAD0BC8F5}"/>
              </a:ext>
            </a:extLst>
          </p:cNvPr>
          <p:cNvSpPr/>
          <p:nvPr userDrawn="1"/>
        </p:nvSpPr>
        <p:spPr>
          <a:xfrm>
            <a:off x="17245740" y="9281963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B70DEDD-9531-C80D-3E69-149643B2C87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85" y="1898014"/>
            <a:ext cx="390945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9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 preserve="1" userDrawn="1">
  <p:cSld name="20_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B15EE81-EEC0-B56A-56F7-94D1A2FFDD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ln>
            <a:solidFill>
              <a:srgbClr val="8C5BA6"/>
            </a:solidFill>
          </a:ln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86112BA-2EAB-827F-F1EF-D6ED02951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029" y="2127064"/>
            <a:ext cx="14886183" cy="6032872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278F7FE4-AC1D-5892-9ABC-AD424AC2349F}"/>
              </a:ext>
            </a:extLst>
          </p:cNvPr>
          <p:cNvSpPr/>
          <p:nvPr userDrawn="1"/>
        </p:nvSpPr>
        <p:spPr>
          <a:xfrm>
            <a:off x="8286750" y="1281112"/>
            <a:ext cx="1714500" cy="1714500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/>
              <a:t>03</a:t>
            </a:r>
            <a:endParaRPr lang="es-CL" sz="48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BADBB4F-721E-F609-D19A-EF2E3F1571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0798" y="3852862"/>
            <a:ext cx="6940447" cy="1714500"/>
          </a:xfrm>
        </p:spPr>
        <p:txBody>
          <a:bodyPr>
            <a:noAutofit/>
          </a:bodyPr>
          <a:lstStyle>
            <a:lvl1pPr algn="ctr">
              <a:defRPr sz="115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BB170401-C274-1957-7537-438C5487C4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0798" y="5618896"/>
            <a:ext cx="6958013" cy="825500"/>
          </a:xfrm>
        </p:spPr>
        <p:txBody>
          <a:bodyPr>
            <a:noAutofit/>
          </a:bodyPr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SUBTÍTULO</a:t>
            </a:r>
          </a:p>
        </p:txBody>
      </p:sp>
      <p:pic>
        <p:nvPicPr>
          <p:cNvPr id="11" name="Imagen 10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F5C02940-D04B-C0AE-E44B-013B3B368B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8116" y="608932"/>
            <a:ext cx="2737059" cy="702272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ECCDA75C-A5F0-E09A-9504-010459D5E8C3}"/>
              </a:ext>
            </a:extLst>
          </p:cNvPr>
          <p:cNvSpPr/>
          <p:nvPr userDrawn="1"/>
        </p:nvSpPr>
        <p:spPr>
          <a:xfrm>
            <a:off x="-2" y="0"/>
            <a:ext cx="1079461" cy="10287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2E036E7-1FAB-AA5B-4C47-700281A6DD8C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14A022E7-9CF6-C247-669F-C786797E2318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F42F443C-AE9D-8A4B-7527-3F3929E71C95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73447708-0954-C950-B973-19E11682E40E}"/>
              </a:ext>
            </a:extLst>
          </p:cNvPr>
          <p:cNvSpPr/>
          <p:nvPr userDrawn="1"/>
        </p:nvSpPr>
        <p:spPr>
          <a:xfrm>
            <a:off x="17245740" y="9281963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EC4EC01-9416-1A6C-2A21-150B3B43AE6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85" y="1898014"/>
            <a:ext cx="390945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7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 preserve="1" userDrawn="1">
  <p:cSld name="20_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B15EE81-EEC0-B56A-56F7-94D1A2FFDD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86112BA-2EAB-827F-F1EF-D6ED02951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029" y="2127064"/>
            <a:ext cx="14886183" cy="6032872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278F7FE4-AC1D-5892-9ABC-AD424AC2349F}"/>
              </a:ext>
            </a:extLst>
          </p:cNvPr>
          <p:cNvSpPr/>
          <p:nvPr userDrawn="1"/>
        </p:nvSpPr>
        <p:spPr>
          <a:xfrm>
            <a:off x="8286750" y="1281112"/>
            <a:ext cx="1714500" cy="1714500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/>
              <a:t>04</a:t>
            </a:r>
            <a:endParaRPr lang="es-CL" sz="48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BADBB4F-721E-F609-D19A-EF2E3F1571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0798" y="3852862"/>
            <a:ext cx="6940447" cy="1714500"/>
          </a:xfrm>
        </p:spPr>
        <p:txBody>
          <a:bodyPr>
            <a:noAutofit/>
          </a:bodyPr>
          <a:lstStyle>
            <a:lvl1pPr algn="ctr">
              <a:defRPr sz="115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BB170401-C274-1957-7537-438C5487C4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0798" y="5618896"/>
            <a:ext cx="6958013" cy="825500"/>
          </a:xfrm>
        </p:spPr>
        <p:txBody>
          <a:bodyPr>
            <a:noAutofit/>
          </a:bodyPr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SUBTÍTULO</a:t>
            </a:r>
          </a:p>
        </p:txBody>
      </p:sp>
      <p:pic>
        <p:nvPicPr>
          <p:cNvPr id="11" name="Imagen 10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28C1E671-E7B1-D611-5F48-9CAC03E8E7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8116" y="608932"/>
            <a:ext cx="2737059" cy="702272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27A68F3-E816-BFF3-A720-F2AFC16C9717}"/>
              </a:ext>
            </a:extLst>
          </p:cNvPr>
          <p:cNvSpPr/>
          <p:nvPr userDrawn="1"/>
        </p:nvSpPr>
        <p:spPr>
          <a:xfrm>
            <a:off x="-2" y="0"/>
            <a:ext cx="1079461" cy="10287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1924942-5031-749B-AE0F-B86C12D5CEBD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1E7491A0-96BF-800D-431F-5E33288D6A91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797C0E4-36FE-BAAB-BE6D-F35B8669D00D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FFE262EC-B16F-2D4D-AF8E-836F80ADC600}"/>
              </a:ext>
            </a:extLst>
          </p:cNvPr>
          <p:cNvSpPr/>
          <p:nvPr userDrawn="1"/>
        </p:nvSpPr>
        <p:spPr>
          <a:xfrm>
            <a:off x="17245740" y="9281963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2DC047F-3FB5-BA0F-0CCF-73C75F464B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85" y="1898014"/>
            <a:ext cx="390945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 preserve="1" userDrawn="1">
  <p:cSld name="20_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B15EE81-EEC0-B56A-56F7-94D1A2FFDD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86112BA-2EAB-827F-F1EF-D6ED02951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029" y="2127064"/>
            <a:ext cx="14886183" cy="6032872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278F7FE4-AC1D-5892-9ABC-AD424AC2349F}"/>
              </a:ext>
            </a:extLst>
          </p:cNvPr>
          <p:cNvSpPr/>
          <p:nvPr userDrawn="1"/>
        </p:nvSpPr>
        <p:spPr>
          <a:xfrm>
            <a:off x="8286750" y="1281112"/>
            <a:ext cx="1714500" cy="1714500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/>
              <a:t>05</a:t>
            </a:r>
            <a:endParaRPr lang="es-CL" sz="48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BADBB4F-721E-F609-D19A-EF2E3F1571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0798" y="3852862"/>
            <a:ext cx="6940447" cy="1714500"/>
          </a:xfrm>
        </p:spPr>
        <p:txBody>
          <a:bodyPr>
            <a:noAutofit/>
          </a:bodyPr>
          <a:lstStyle>
            <a:lvl1pPr algn="ctr">
              <a:defRPr sz="115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BB170401-C274-1957-7537-438C5487C4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0798" y="5618896"/>
            <a:ext cx="6958013" cy="825500"/>
          </a:xfrm>
        </p:spPr>
        <p:txBody>
          <a:bodyPr>
            <a:noAutofit/>
          </a:bodyPr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SUBTÍTULO</a:t>
            </a:r>
          </a:p>
        </p:txBody>
      </p:sp>
      <p:pic>
        <p:nvPicPr>
          <p:cNvPr id="11" name="Imagen 10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858BC207-1933-A4F0-5D44-B07A00FE69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8116" y="608932"/>
            <a:ext cx="2737059" cy="702272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35FEF12-BDD5-D3BA-5076-7FC7DDBCC06C}"/>
              </a:ext>
            </a:extLst>
          </p:cNvPr>
          <p:cNvSpPr/>
          <p:nvPr userDrawn="1"/>
        </p:nvSpPr>
        <p:spPr>
          <a:xfrm>
            <a:off x="-2" y="0"/>
            <a:ext cx="1079461" cy="10287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8682205-C9E4-E145-73CA-5A96C18DD4BC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FCE1D726-1449-B229-0C7B-A08E76D050EE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ACF838F-7E2A-84A2-3CBE-C4EF6FFFA3C6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470113F9-57BD-701B-0F31-7DFE405B15AC}"/>
              </a:ext>
            </a:extLst>
          </p:cNvPr>
          <p:cNvSpPr/>
          <p:nvPr userDrawn="1"/>
        </p:nvSpPr>
        <p:spPr>
          <a:xfrm>
            <a:off x="17245740" y="9281963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924EB0-61BD-BA7E-791A-15F594DE6A4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85" y="1898014"/>
            <a:ext cx="390945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9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 preserve="1" userDrawn="1">
  <p:cSld name="20_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B15EE81-EEC0-B56A-56F7-94D1A2FFDD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86112BA-2EAB-827F-F1EF-D6ED02951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029" y="2127064"/>
            <a:ext cx="14886183" cy="6032872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278F7FE4-AC1D-5892-9ABC-AD424AC2349F}"/>
              </a:ext>
            </a:extLst>
          </p:cNvPr>
          <p:cNvSpPr/>
          <p:nvPr userDrawn="1"/>
        </p:nvSpPr>
        <p:spPr>
          <a:xfrm>
            <a:off x="8286750" y="1281112"/>
            <a:ext cx="1714500" cy="1714500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/>
              <a:t>06</a:t>
            </a:r>
            <a:endParaRPr lang="es-CL" sz="48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BADBB4F-721E-F609-D19A-EF2E3F1571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0798" y="3852862"/>
            <a:ext cx="6940447" cy="1714500"/>
          </a:xfrm>
        </p:spPr>
        <p:txBody>
          <a:bodyPr>
            <a:noAutofit/>
          </a:bodyPr>
          <a:lstStyle>
            <a:lvl1pPr algn="ctr">
              <a:defRPr sz="115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BB170401-C274-1957-7537-438C5487C4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0798" y="5618896"/>
            <a:ext cx="6958013" cy="825500"/>
          </a:xfrm>
        </p:spPr>
        <p:txBody>
          <a:bodyPr>
            <a:noAutofit/>
          </a:bodyPr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334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SUBTÍTULO</a:t>
            </a:r>
          </a:p>
        </p:txBody>
      </p:sp>
      <p:pic>
        <p:nvPicPr>
          <p:cNvPr id="11" name="Imagen 10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D1BABB95-9221-6E8D-E252-632A3D7CF3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8116" y="608932"/>
            <a:ext cx="2737059" cy="702272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CFD717B7-7B9A-E28C-8475-03710636E34E}"/>
              </a:ext>
            </a:extLst>
          </p:cNvPr>
          <p:cNvSpPr/>
          <p:nvPr userDrawn="1"/>
        </p:nvSpPr>
        <p:spPr>
          <a:xfrm>
            <a:off x="-2" y="0"/>
            <a:ext cx="1079461" cy="10287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16C0FAC7-1506-71FF-BB9C-5DDA562F1669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D105285E-23A3-4571-81CA-8C2253BA24B2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7CF8DE9-CC67-604B-573E-E75A5A264120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6916C282-F977-842D-5699-F3B1678030E2}"/>
              </a:ext>
            </a:extLst>
          </p:cNvPr>
          <p:cNvSpPr/>
          <p:nvPr userDrawn="1"/>
        </p:nvSpPr>
        <p:spPr>
          <a:xfrm>
            <a:off x="17245740" y="9281963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BC33D60-5D43-5BEF-E797-D84BAF05C9E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85" y="1898014"/>
            <a:ext cx="390945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4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6B2BD69-BF28-4AD9-ACB2-D21B54512D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89734" y="661473"/>
            <a:ext cx="2612466" cy="58872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80A89739-C629-E919-7AC5-B0EE54030D21}"/>
              </a:ext>
            </a:extLst>
          </p:cNvPr>
          <p:cNvSpPr/>
          <p:nvPr userDrawn="1"/>
        </p:nvSpPr>
        <p:spPr>
          <a:xfrm>
            <a:off x="-2" y="0"/>
            <a:ext cx="1079461" cy="10287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FBDE975-FD46-A775-2B34-4FCED0CD046E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324EBC4A-17D0-874E-A337-AEAC8B29723A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C45AEDFB-1C0F-C9CA-B94A-FAE3577AAC78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1423FD9-C282-8169-BB17-4365BBD23C01}"/>
              </a:ext>
            </a:extLst>
          </p:cNvPr>
          <p:cNvGrpSpPr/>
          <p:nvPr userDrawn="1"/>
        </p:nvGrpSpPr>
        <p:grpSpPr>
          <a:xfrm>
            <a:off x="16897158" y="8897997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5C2850BF-AFEA-ED30-FED8-A0A47CD685A2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14DB41EB-6541-6EA8-A0F0-5315D67D75D0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2EDF2F26-B8E8-8F5D-8B2C-8D346D660B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85" y="1898014"/>
            <a:ext cx="390945" cy="6490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 preserve="1">
  <p:cSld name="6_Custom Layou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6B2BD69-BF28-4AD9-ACB2-D21B54512D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89734" y="661473"/>
            <a:ext cx="2612466" cy="588724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48B2499D-1B41-DD9F-28D7-C5E83B72AAFF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5AF48306-DB64-50E9-9BCA-E011E580A223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263469E6-51A8-61BA-DF44-CF96F02FD854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27180C9-17DE-77C3-C7BB-BC4D12E74DEA}"/>
              </a:ext>
            </a:extLst>
          </p:cNvPr>
          <p:cNvGrpSpPr/>
          <p:nvPr userDrawn="1"/>
        </p:nvGrpSpPr>
        <p:grpSpPr>
          <a:xfrm rot="5400000">
            <a:off x="272416" y="8897997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5DC5E7DB-7143-E62F-3E61-D0B760350CBD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B8CA46FE-E90F-BED0-C37F-06620ABFCD57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68C256F4-9CE3-71CD-F520-179DF36983BA}"/>
              </a:ext>
            </a:extLst>
          </p:cNvPr>
          <p:cNvGrpSpPr/>
          <p:nvPr userDrawn="1"/>
        </p:nvGrpSpPr>
        <p:grpSpPr>
          <a:xfrm>
            <a:off x="16897158" y="8897997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37B2B9F8-1C73-8F55-F439-6EA7B28E6032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1F440A2-AE51-44B3-ECA5-F771240DDBB4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1F055787-D165-FA03-196B-9B15434A76A9}"/>
              </a:ext>
            </a:extLst>
          </p:cNvPr>
          <p:cNvGrpSpPr/>
          <p:nvPr userDrawn="1"/>
        </p:nvGrpSpPr>
        <p:grpSpPr>
          <a:xfrm rot="10800000">
            <a:off x="272417" y="264043"/>
            <a:ext cx="1137660" cy="1137660"/>
            <a:chOff x="16818403" y="8803867"/>
            <a:chExt cx="1137660" cy="1137660"/>
          </a:xfrm>
          <a:solidFill>
            <a:srgbClr val="3978BD"/>
          </a:solidFill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BDC88391-E249-6E22-0F8F-28024EDA7C69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CCE08157-0F43-2751-9FC2-31D852EEB667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D272823-759C-B09F-CAF8-794466D26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485" y="1898014"/>
            <a:ext cx="390946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51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 preserve="1">
  <p:cSld name="6_Custom Layou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65143705-B99A-9A5F-0FA4-3F72E4D3E111}"/>
              </a:ext>
            </a:extLst>
          </p:cNvPr>
          <p:cNvSpPr/>
          <p:nvPr userDrawn="1"/>
        </p:nvSpPr>
        <p:spPr>
          <a:xfrm rot="10800000">
            <a:off x="956" y="2"/>
            <a:ext cx="588725" cy="10286998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89EE8E90-EB91-CA20-7938-524A1C77BF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87098" y="173604"/>
            <a:ext cx="2737059" cy="702272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517EC0C-D785-FBAC-F667-E25794B3323C}"/>
              </a:ext>
            </a:extLst>
          </p:cNvPr>
          <p:cNvSpPr/>
          <p:nvPr userDrawn="1"/>
        </p:nvSpPr>
        <p:spPr>
          <a:xfrm rot="16200000">
            <a:off x="8843601" y="-8849635"/>
            <a:ext cx="588725" cy="18288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52F59DA-B45E-178C-4DCC-E8D889D425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989734" y="661473"/>
            <a:ext cx="2612466" cy="588724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C7978146-6D0B-35C6-8BEE-E9C823C7B275}"/>
              </a:ext>
            </a:extLst>
          </p:cNvPr>
          <p:cNvSpPr/>
          <p:nvPr userDrawn="1"/>
        </p:nvSpPr>
        <p:spPr>
          <a:xfrm rot="16200000">
            <a:off x="8843600" y="848635"/>
            <a:ext cx="588725" cy="18288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DDBA70-D249-D6A8-515A-7328AC312968}"/>
              </a:ext>
            </a:extLst>
          </p:cNvPr>
          <p:cNvSpPr/>
          <p:nvPr userDrawn="1"/>
        </p:nvSpPr>
        <p:spPr>
          <a:xfrm rot="10800000">
            <a:off x="17702861" y="0"/>
            <a:ext cx="588725" cy="10286998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B65FDB-B9DF-46F1-A916-0980A90493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785" y="1898014"/>
            <a:ext cx="390945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49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 preserve="1">
  <p:cSld name="6_Custom Layou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6B2BD69-BF28-4AD9-ACB2-D21B54512D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89734" y="661473"/>
            <a:ext cx="2612466" cy="58872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CC80C9B-B705-7D21-C436-C80F1CE4FF20}"/>
              </a:ext>
            </a:extLst>
          </p:cNvPr>
          <p:cNvSpPr/>
          <p:nvPr userDrawn="1"/>
        </p:nvSpPr>
        <p:spPr>
          <a:xfrm>
            <a:off x="589682" y="588727"/>
            <a:ext cx="17107142" cy="9109543"/>
          </a:xfrm>
          <a:prstGeom prst="rect">
            <a:avLst/>
          </a:prstGeom>
          <a:noFill/>
          <a:ln w="57150">
            <a:solidFill>
              <a:srgbClr val="3978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48C61D-ADDA-0B72-28C7-A6E7968FC4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85" y="1898014"/>
            <a:ext cx="390946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83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 preserve="1">
  <p:cSld name="6_Custom Layou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F209160-B8B9-9281-5908-880E5643533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311ACA4-E429-091B-F923-9225F7C06E81}"/>
              </a:ext>
            </a:extLst>
          </p:cNvPr>
          <p:cNvGrpSpPr/>
          <p:nvPr userDrawn="1"/>
        </p:nvGrpSpPr>
        <p:grpSpPr>
          <a:xfrm>
            <a:off x="5262239" y="3465622"/>
            <a:ext cx="7763522" cy="2366404"/>
            <a:chOff x="5262239" y="3399520"/>
            <a:chExt cx="7763522" cy="2366404"/>
          </a:xfrm>
        </p:grpSpPr>
        <p:pic>
          <p:nvPicPr>
            <p:cNvPr id="2" name="Gráfico 1">
              <a:extLst>
                <a:ext uri="{FF2B5EF4-FFF2-40B4-BE49-F238E27FC236}">
                  <a16:creationId xmlns:a16="http://schemas.microsoft.com/office/drawing/2014/main" id="{1FFE248B-C325-B770-CCDF-F8484FFE8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262239" y="3399520"/>
              <a:ext cx="7763522" cy="1743980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AAF5113B-F4E7-0759-8B23-288D5B1527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62242" y="5188470"/>
              <a:ext cx="7763517" cy="577454"/>
            </a:xfrm>
            <a:prstGeom prst="rect">
              <a:avLst/>
            </a:prstGeom>
          </p:spPr>
        </p:pic>
      </p:grpSp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7E2CC247-1539-8695-DCF8-F596957B45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62239" y="7457460"/>
            <a:ext cx="7763517" cy="106681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284945-1155-0800-83DF-C6CCB0A7C941}"/>
              </a:ext>
            </a:extLst>
          </p:cNvPr>
          <p:cNvSpPr/>
          <p:nvPr userDrawn="1"/>
        </p:nvSpPr>
        <p:spPr>
          <a:xfrm>
            <a:off x="-2" y="0"/>
            <a:ext cx="1079461" cy="10287000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6E99984-BB18-30E9-C2C0-8F16F6B509A2}"/>
              </a:ext>
            </a:extLst>
          </p:cNvPr>
          <p:cNvGrpSpPr/>
          <p:nvPr userDrawn="1"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rgbClr val="3978BD"/>
          </a:solidFill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3FC2B7E-C702-CF6E-2747-E1E413D189B9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9742A3E5-D8F0-8FA2-7623-A737D9F65350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E73A847-5A6B-A4F0-15BC-572F5D1CC18D}"/>
              </a:ext>
            </a:extLst>
          </p:cNvPr>
          <p:cNvSpPr/>
          <p:nvPr userDrawn="1"/>
        </p:nvSpPr>
        <p:spPr>
          <a:xfrm>
            <a:off x="17245740" y="9281963"/>
            <a:ext cx="1042260" cy="1005037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889CCD6-D6CF-5D73-27D0-A5710F17A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85" y="1898014"/>
            <a:ext cx="390945" cy="64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14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7_Title and Content">
  <p:cSld name="37_Title and Conte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9"/>
          <p:cNvSpPr>
            <a:spLocks noGrp="1"/>
          </p:cNvSpPr>
          <p:nvPr>
            <p:ph type="pic" idx="2"/>
          </p:nvPr>
        </p:nvSpPr>
        <p:spPr>
          <a:xfrm>
            <a:off x="1066802" y="3009900"/>
            <a:ext cx="5938200" cy="316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4" name="Google Shape;124;p59"/>
          <p:cNvSpPr>
            <a:spLocks noGrp="1"/>
          </p:cNvSpPr>
          <p:nvPr>
            <p:ph type="pic" idx="3"/>
          </p:nvPr>
        </p:nvSpPr>
        <p:spPr>
          <a:xfrm>
            <a:off x="10820400" y="6362700"/>
            <a:ext cx="5938200" cy="316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5" name="Google Shape;125;p59"/>
          <p:cNvSpPr>
            <a:spLocks noGrp="1"/>
          </p:cNvSpPr>
          <p:nvPr>
            <p:ph type="pic" idx="4"/>
          </p:nvPr>
        </p:nvSpPr>
        <p:spPr>
          <a:xfrm>
            <a:off x="1066800" y="6362700"/>
            <a:ext cx="2921100" cy="316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6" name="Google Shape;126;p59"/>
          <p:cNvSpPr>
            <a:spLocks noGrp="1"/>
          </p:cNvSpPr>
          <p:nvPr>
            <p:ph type="pic" idx="5"/>
          </p:nvPr>
        </p:nvSpPr>
        <p:spPr>
          <a:xfrm>
            <a:off x="7162800" y="3009900"/>
            <a:ext cx="3506100" cy="6426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7" name="Google Shape;127;p59"/>
          <p:cNvSpPr txBox="1">
            <a:spLocks noGrp="1"/>
          </p:cNvSpPr>
          <p:nvPr>
            <p:ph type="body" idx="1"/>
          </p:nvPr>
        </p:nvSpPr>
        <p:spPr>
          <a:xfrm>
            <a:off x="1066800" y="838200"/>
            <a:ext cx="10058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 b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3200400" lvl="6" indent="-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3657600" lvl="7" indent="-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4114800" lvl="8" indent="-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and Content">
  <p:cSld name="32_Title and Conten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0"/>
          <p:cNvSpPr>
            <a:spLocks noGrp="1"/>
          </p:cNvSpPr>
          <p:nvPr>
            <p:ph type="pic" idx="2"/>
          </p:nvPr>
        </p:nvSpPr>
        <p:spPr>
          <a:xfrm>
            <a:off x="7768" y="51435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0" name="Google Shape;130;p60"/>
          <p:cNvSpPr>
            <a:spLocks noGrp="1"/>
          </p:cNvSpPr>
          <p:nvPr>
            <p:ph type="pic" idx="3"/>
          </p:nvPr>
        </p:nvSpPr>
        <p:spPr>
          <a:xfrm>
            <a:off x="2623968" y="51435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1" name="Google Shape;131;p60"/>
          <p:cNvSpPr>
            <a:spLocks noGrp="1"/>
          </p:cNvSpPr>
          <p:nvPr>
            <p:ph type="pic" idx="4"/>
          </p:nvPr>
        </p:nvSpPr>
        <p:spPr>
          <a:xfrm>
            <a:off x="5240168" y="51435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2" name="Google Shape;132;p60"/>
          <p:cNvSpPr>
            <a:spLocks noGrp="1"/>
          </p:cNvSpPr>
          <p:nvPr>
            <p:ph type="pic" idx="5"/>
          </p:nvPr>
        </p:nvSpPr>
        <p:spPr>
          <a:xfrm>
            <a:off x="7768" y="77343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3" name="Google Shape;133;p60"/>
          <p:cNvSpPr>
            <a:spLocks noGrp="1"/>
          </p:cNvSpPr>
          <p:nvPr>
            <p:ph type="pic" idx="6"/>
          </p:nvPr>
        </p:nvSpPr>
        <p:spPr>
          <a:xfrm>
            <a:off x="2623968" y="77343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4" name="Google Shape;134;p60"/>
          <p:cNvSpPr>
            <a:spLocks noGrp="1"/>
          </p:cNvSpPr>
          <p:nvPr>
            <p:ph type="pic" idx="7"/>
          </p:nvPr>
        </p:nvSpPr>
        <p:spPr>
          <a:xfrm>
            <a:off x="5240168" y="77343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5" name="Google Shape;135;p60"/>
          <p:cNvSpPr>
            <a:spLocks noGrp="1"/>
          </p:cNvSpPr>
          <p:nvPr>
            <p:ph type="pic" idx="8"/>
          </p:nvPr>
        </p:nvSpPr>
        <p:spPr>
          <a:xfrm>
            <a:off x="7768" y="-38100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6" name="Google Shape;136;p60"/>
          <p:cNvSpPr>
            <a:spLocks noGrp="1"/>
          </p:cNvSpPr>
          <p:nvPr>
            <p:ph type="pic" idx="9"/>
          </p:nvPr>
        </p:nvSpPr>
        <p:spPr>
          <a:xfrm>
            <a:off x="2623968" y="-38100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7" name="Google Shape;137;p60"/>
          <p:cNvSpPr>
            <a:spLocks noGrp="1"/>
          </p:cNvSpPr>
          <p:nvPr>
            <p:ph type="pic" idx="13"/>
          </p:nvPr>
        </p:nvSpPr>
        <p:spPr>
          <a:xfrm>
            <a:off x="5240168" y="-38100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8" name="Google Shape;138;p60"/>
          <p:cNvSpPr>
            <a:spLocks noGrp="1"/>
          </p:cNvSpPr>
          <p:nvPr>
            <p:ph type="pic" idx="14"/>
          </p:nvPr>
        </p:nvSpPr>
        <p:spPr>
          <a:xfrm>
            <a:off x="7768" y="25527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9" name="Google Shape;139;p60"/>
          <p:cNvSpPr>
            <a:spLocks noGrp="1"/>
          </p:cNvSpPr>
          <p:nvPr>
            <p:ph type="pic" idx="15"/>
          </p:nvPr>
        </p:nvSpPr>
        <p:spPr>
          <a:xfrm>
            <a:off x="2623968" y="25527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0" name="Google Shape;140;p60"/>
          <p:cNvSpPr>
            <a:spLocks noGrp="1"/>
          </p:cNvSpPr>
          <p:nvPr>
            <p:ph type="pic" idx="16"/>
          </p:nvPr>
        </p:nvSpPr>
        <p:spPr>
          <a:xfrm>
            <a:off x="5240168" y="2552702"/>
            <a:ext cx="2590800" cy="259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>
            <a:spLocks noGrp="1"/>
          </p:cNvSpPr>
          <p:nvPr>
            <p:ph type="title"/>
          </p:nvPr>
        </p:nvSpPr>
        <p:spPr>
          <a:xfrm>
            <a:off x="1066800" y="876300"/>
            <a:ext cx="15240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Roboto Slab"/>
              <a:buNone/>
              <a:defRPr sz="52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4"/>
          <p:cNvSpPr txBox="1">
            <a:spLocks noGrp="1"/>
          </p:cNvSpPr>
          <p:nvPr>
            <p:ph type="body" idx="1"/>
          </p:nvPr>
        </p:nvSpPr>
        <p:spPr>
          <a:xfrm>
            <a:off x="1066800" y="2857500"/>
            <a:ext cx="16002000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48484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84848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48484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84848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84848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rgbClr val="84848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rgbClr val="84848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482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82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82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82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62" r:id="rId11"/>
    <p:sldLayoutId id="2147483674" r:id="rId12"/>
    <p:sldLayoutId id="2147483675" r:id="rId13"/>
    <p:sldLayoutId id="2147483677" r:id="rId14"/>
    <p:sldLayoutId id="2147483676" r:id="rId15"/>
    <p:sldLayoutId id="2147483663" r:id="rId16"/>
    <p:sldLayoutId id="2147483664" r:id="rId17"/>
  </p:sldLayoutIdLst>
  <p:transition spd="slow">
    <p:push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451A4FB-2B29-7722-FC59-CC08A43545EC}"/>
              </a:ext>
            </a:extLst>
          </p:cNvPr>
          <p:cNvSpPr txBox="1">
            <a:spLocks/>
          </p:cNvSpPr>
          <p:nvPr/>
        </p:nvSpPr>
        <p:spPr>
          <a:xfrm>
            <a:off x="9942057" y="8224387"/>
            <a:ext cx="6940447" cy="7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oboto Slab"/>
              <a:buNone/>
              <a:defRPr sz="4800" b="1" i="0" u="none" strike="noStrike" cap="none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/>
              <a:t>TÍTULO</a:t>
            </a:r>
            <a:endParaRPr lang="es-CL" dirty="0"/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CBCD9245-470C-C4E4-EAAD-5CD82587ECB1}"/>
              </a:ext>
            </a:extLst>
          </p:cNvPr>
          <p:cNvSpPr txBox="1">
            <a:spLocks/>
          </p:cNvSpPr>
          <p:nvPr/>
        </p:nvSpPr>
        <p:spPr>
          <a:xfrm>
            <a:off x="9925566" y="9003748"/>
            <a:ext cx="6958013" cy="825500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4000" b="0" i="0" u="none" strike="noStrike" cap="none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5334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800"/>
              <a:t>DSY1102 - Desarrollo Orientado a Objetos</a:t>
            </a:r>
            <a:endParaRPr lang="es-ES" sz="28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C4983180-7C99-9D45-A36E-25A7647F5FD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86" y="1"/>
            <a:ext cx="18323086" cy="1028700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FF06CC78-AEE0-BB0E-0C75-91180F60AFAC}"/>
              </a:ext>
            </a:extLst>
          </p:cNvPr>
          <p:cNvSpPr/>
          <p:nvPr/>
        </p:nvSpPr>
        <p:spPr>
          <a:xfrm>
            <a:off x="-18619" y="7743748"/>
            <a:ext cx="18325237" cy="25432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9B6356D-48B1-84E7-BEB8-F6485D15709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9688" y="8309956"/>
            <a:ext cx="5032691" cy="1253067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912D3D75-F7AE-AD0F-5738-C2798C67F13F}"/>
              </a:ext>
            </a:extLst>
          </p:cNvPr>
          <p:cNvSpPr/>
          <p:nvPr/>
        </p:nvSpPr>
        <p:spPr>
          <a:xfrm>
            <a:off x="9425622" y="8165910"/>
            <a:ext cx="67733" cy="17339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A8CB5E9-D7CF-0E32-2990-8281D94DF2DC}"/>
              </a:ext>
            </a:extLst>
          </p:cNvPr>
          <p:cNvGrpSpPr/>
          <p:nvPr/>
        </p:nvGrpSpPr>
        <p:grpSpPr>
          <a:xfrm>
            <a:off x="16897159" y="264043"/>
            <a:ext cx="1137660" cy="9732260"/>
            <a:chOff x="16897159" y="264043"/>
            <a:chExt cx="1137660" cy="9732260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F4A0F5D1-2F11-520C-F9F5-CBE9F76184E5}"/>
                </a:ext>
              </a:extLst>
            </p:cNvPr>
            <p:cNvGrpSpPr/>
            <p:nvPr userDrawn="1"/>
          </p:nvGrpSpPr>
          <p:grpSpPr>
            <a:xfrm rot="16200000">
              <a:off x="16897159" y="264043"/>
              <a:ext cx="1137660" cy="1137660"/>
              <a:chOff x="16818403" y="8803868"/>
              <a:chExt cx="1137660" cy="1137660"/>
            </a:xfrm>
            <a:solidFill>
              <a:srgbClr val="3978BD"/>
            </a:solidFill>
          </p:grpSpPr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5063C3A0-8F33-8A68-FB4A-82199A33CBAD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D68BE1B4-6906-6675-06AB-7ED31F8A4D1E}"/>
                  </a:ext>
                </a:extLst>
              </p:cNvPr>
              <p:cNvSpPr/>
              <p:nvPr userDrawn="1"/>
            </p:nvSpPr>
            <p:spPr>
              <a:xfrm rot="5400000">
                <a:off x="17297502" y="9282968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6490AC4F-8405-EA04-3C75-08030B99F513}"/>
                </a:ext>
              </a:extLst>
            </p:cNvPr>
            <p:cNvSpPr/>
            <p:nvPr userDrawn="1"/>
          </p:nvSpPr>
          <p:spPr>
            <a:xfrm>
              <a:off x="16982486" y="8991266"/>
              <a:ext cx="1042260" cy="1005037"/>
            </a:xfrm>
            <a:prstGeom prst="rect">
              <a:avLst/>
            </a:prstGeom>
            <a:solidFill>
              <a:srgbClr val="3978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8EBAF7F8-A3EA-610C-63AE-706120C19430}"/>
              </a:ext>
            </a:extLst>
          </p:cNvPr>
          <p:cNvGrpSpPr/>
          <p:nvPr/>
        </p:nvGrpSpPr>
        <p:grpSpPr>
          <a:xfrm>
            <a:off x="272416" y="300275"/>
            <a:ext cx="1276679" cy="9735382"/>
            <a:chOff x="272416" y="300275"/>
            <a:chExt cx="1276679" cy="9735382"/>
          </a:xfrm>
        </p:grpSpPr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9CF04121-083A-97D3-E847-A1DA98E0E65B}"/>
                </a:ext>
              </a:extLst>
            </p:cNvPr>
            <p:cNvGrpSpPr/>
            <p:nvPr userDrawn="1"/>
          </p:nvGrpSpPr>
          <p:grpSpPr>
            <a:xfrm rot="5400000">
              <a:off x="272416" y="8897997"/>
              <a:ext cx="1137660" cy="1137660"/>
              <a:chOff x="16818403" y="8803867"/>
              <a:chExt cx="1137660" cy="1137660"/>
            </a:xfrm>
            <a:solidFill>
              <a:srgbClr val="3978BD"/>
            </a:solidFill>
          </p:grpSpPr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C2783EB2-486C-BD94-7E3E-068D38747FB2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3E3D1F26-1DEE-E52A-B225-E0BE17676B38}"/>
                  </a:ext>
                </a:extLst>
              </p:cNvPr>
              <p:cNvSpPr/>
              <p:nvPr userDrawn="1"/>
            </p:nvSpPr>
            <p:spPr>
              <a:xfrm rot="5400000">
                <a:off x="17297503" y="92829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97BD3BF7-CDF6-9388-0B49-22BE24D2A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4187" y="300275"/>
              <a:ext cx="1274908" cy="1274908"/>
            </a:xfrm>
            <a:prstGeom prst="rect">
              <a:avLst/>
            </a:prstGeom>
          </p:spPr>
        </p:pic>
      </p:grpSp>
      <p:sp>
        <p:nvSpPr>
          <p:cNvPr id="4" name="Marcador de texto 15">
            <a:extLst>
              <a:ext uri="{FF2B5EF4-FFF2-40B4-BE49-F238E27FC236}">
                <a16:creationId xmlns:a16="http://schemas.microsoft.com/office/drawing/2014/main" id="{FAF9FA10-D3AF-67F4-A4A8-73942E7D705B}"/>
              </a:ext>
            </a:extLst>
          </p:cNvPr>
          <p:cNvSpPr txBox="1">
            <a:spLocks/>
          </p:cNvSpPr>
          <p:nvPr/>
        </p:nvSpPr>
        <p:spPr>
          <a:xfrm>
            <a:off x="9925566" y="9067248"/>
            <a:ext cx="6958013" cy="66095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4000" b="0" i="0" u="none" strike="noStrike" cap="none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5334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2800" dirty="0"/>
              <a:t>DSY1102 - Desarrollo </a:t>
            </a:r>
            <a:r>
              <a:rPr sz="2800" dirty="0" err="1"/>
              <a:t>Orientado</a:t>
            </a:r>
            <a:r>
              <a:rPr sz="2800" dirty="0"/>
              <a:t> a </a:t>
            </a:r>
            <a:r>
              <a:rPr sz="2800" dirty="0" err="1"/>
              <a:t>Objetos</a:t>
            </a:r>
            <a:endParaRPr sz="28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EA8DF06-8FA7-A83E-4A95-E24BA60BF519}"/>
              </a:ext>
            </a:extLst>
          </p:cNvPr>
          <p:cNvSpPr txBox="1">
            <a:spLocks/>
          </p:cNvSpPr>
          <p:nvPr/>
        </p:nvSpPr>
        <p:spPr>
          <a:xfrm>
            <a:off x="9909399" y="8287887"/>
            <a:ext cx="8378601" cy="82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oboto Slab"/>
              <a:buNone/>
              <a:defRPr sz="4800" b="1" i="0" u="none" strike="noStrike" cap="none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4400" dirty="0"/>
              <a:t>Tipos de datos y operadores</a:t>
            </a:r>
            <a:endParaRPr lang="es-CL" sz="4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20AB8C8-ABEC-1685-D6C2-FC09D4102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8289" y="9164190"/>
            <a:ext cx="638264" cy="6287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492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8DCC64A-22C6-8D94-8645-3D92FF66DA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20110" y="-149400"/>
            <a:ext cx="6406800" cy="10596906"/>
          </a:xfrm>
          <a:prstGeom prst="rect">
            <a:avLst/>
          </a:prstGeom>
        </p:spPr>
      </p:pic>
      <p:sp>
        <p:nvSpPr>
          <p:cNvPr id="42" name="Google Shape;42;p47"/>
          <p:cNvSpPr txBox="1">
            <a:spLocks/>
          </p:cNvSpPr>
          <p:nvPr/>
        </p:nvSpPr>
        <p:spPr>
          <a:xfrm>
            <a:off x="2464917" y="1955679"/>
            <a:ext cx="3264311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/>
              <a:t>¿Qué es la programación orientada a objetos?</a:t>
            </a:r>
          </a:p>
          <a:p>
            <a:endParaRPr lang="es-ES" sz="1600" dirty="0"/>
          </a:p>
        </p:txBody>
      </p:sp>
      <p:sp>
        <p:nvSpPr>
          <p:cNvPr id="43" name="Google Shape;43;p47"/>
          <p:cNvSpPr txBox="1">
            <a:spLocks/>
          </p:cNvSpPr>
          <p:nvPr/>
        </p:nvSpPr>
        <p:spPr>
          <a:xfrm>
            <a:off x="1066800" y="658320"/>
            <a:ext cx="5301090" cy="872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6600" b="1" i="0" u="none" strike="noStrike" cap="none">
                <a:solidFill>
                  <a:schemeClr val="dk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3600" dirty="0">
                <a:latin typeface="Inter" panose="02000503000000020004" pitchFamily="2" charset="0"/>
                <a:ea typeface="Inter" panose="02000503000000020004" pitchFamily="2" charset="0"/>
              </a:rPr>
              <a:t>Contenido</a:t>
            </a:r>
          </a:p>
        </p:txBody>
      </p:sp>
      <p:sp>
        <p:nvSpPr>
          <p:cNvPr id="19" name="Google Shape;42;p47">
            <a:extLst>
              <a:ext uri="{FF2B5EF4-FFF2-40B4-BE49-F238E27FC236}">
                <a16:creationId xmlns:a16="http://schemas.microsoft.com/office/drawing/2014/main" id="{07E5214E-3DBF-C06C-72C9-0BC121B894BB}"/>
              </a:ext>
            </a:extLst>
          </p:cNvPr>
          <p:cNvSpPr txBox="1">
            <a:spLocks/>
          </p:cNvSpPr>
          <p:nvPr/>
        </p:nvSpPr>
        <p:spPr>
          <a:xfrm>
            <a:off x="2432544" y="3171627"/>
            <a:ext cx="3264311" cy="57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Clase vs Objeto</a:t>
            </a:r>
          </a:p>
          <a:p>
            <a:endParaRPr lang="es-E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44E99AA-7F3B-BDD0-5DB8-6917EC657318}"/>
              </a:ext>
            </a:extLst>
          </p:cNvPr>
          <p:cNvSpPr/>
          <p:nvPr/>
        </p:nvSpPr>
        <p:spPr>
          <a:xfrm>
            <a:off x="1537077" y="1430535"/>
            <a:ext cx="2043979" cy="131304"/>
          </a:xfrm>
          <a:prstGeom prst="rect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8F898FA-D467-2E59-D099-4C068739F23C}"/>
              </a:ext>
            </a:extLst>
          </p:cNvPr>
          <p:cNvSpPr/>
          <p:nvPr/>
        </p:nvSpPr>
        <p:spPr>
          <a:xfrm>
            <a:off x="1537077" y="1650715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01</a:t>
            </a:r>
            <a:endParaRPr lang="es-CL" sz="4000" b="1" dirty="0"/>
          </a:p>
        </p:txBody>
      </p:sp>
      <p:pic>
        <p:nvPicPr>
          <p:cNvPr id="35" name="Imagen 34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261870AA-9923-9011-E105-92F9C56EB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8116" y="608932"/>
            <a:ext cx="2737059" cy="702272"/>
          </a:xfrm>
          <a:prstGeom prst="rect">
            <a:avLst/>
          </a:prstGeom>
        </p:spPr>
      </p:pic>
      <p:grpSp>
        <p:nvGrpSpPr>
          <p:cNvPr id="36" name="Grupo 35">
            <a:extLst>
              <a:ext uri="{FF2B5EF4-FFF2-40B4-BE49-F238E27FC236}">
                <a16:creationId xmlns:a16="http://schemas.microsoft.com/office/drawing/2014/main" id="{B9D41908-3D60-8225-3A2C-A69CCCBBAE5E}"/>
              </a:ext>
            </a:extLst>
          </p:cNvPr>
          <p:cNvGrpSpPr/>
          <p:nvPr/>
        </p:nvGrpSpPr>
        <p:grpSpPr>
          <a:xfrm rot="16200000">
            <a:off x="16897159" y="264043"/>
            <a:ext cx="1137660" cy="1137660"/>
            <a:chOff x="16818403" y="8803868"/>
            <a:chExt cx="1137660" cy="1137660"/>
          </a:xfrm>
          <a:solidFill>
            <a:schemeClr val="bg1"/>
          </a:solidFill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9B15E1C-3713-01D7-5BB9-27292FBB1A12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5D89A092-959E-DC1B-C484-5F5675C16A91}"/>
                </a:ext>
              </a:extLst>
            </p:cNvPr>
            <p:cNvSpPr/>
            <p:nvPr userDrawn="1"/>
          </p:nvSpPr>
          <p:spPr>
            <a:xfrm rot="5400000">
              <a:off x="17297502" y="9282968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D430CD21-36B4-919C-3B43-2128C5022400}"/>
              </a:ext>
            </a:extLst>
          </p:cNvPr>
          <p:cNvGrpSpPr/>
          <p:nvPr/>
        </p:nvGrpSpPr>
        <p:grpSpPr>
          <a:xfrm>
            <a:off x="16897158" y="8897997"/>
            <a:ext cx="1137660" cy="1137660"/>
            <a:chOff x="16818403" y="8803867"/>
            <a:chExt cx="1137660" cy="1137660"/>
          </a:xfrm>
          <a:solidFill>
            <a:schemeClr val="bg1"/>
          </a:solidFill>
        </p:grpSpPr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B3F92804-3A01-E31B-A8D1-79CF6B2C9B7C}"/>
                </a:ext>
              </a:extLst>
            </p:cNvPr>
            <p:cNvSpPr/>
            <p:nvPr userDrawn="1"/>
          </p:nvSpPr>
          <p:spPr>
            <a:xfrm>
              <a:off x="16818403" y="97620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D93F3D3B-5837-F2EF-63B7-DFE7B7395035}"/>
                </a:ext>
              </a:extLst>
            </p:cNvPr>
            <p:cNvSpPr/>
            <p:nvPr userDrawn="1"/>
          </p:nvSpPr>
          <p:spPr>
            <a:xfrm rot="5400000">
              <a:off x="17297503" y="9282967"/>
              <a:ext cx="1137660" cy="17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2" name="Elipse 51">
            <a:extLst>
              <a:ext uri="{FF2B5EF4-FFF2-40B4-BE49-F238E27FC236}">
                <a16:creationId xmlns:a16="http://schemas.microsoft.com/office/drawing/2014/main" id="{3D639D10-834D-F338-6470-24E83F4839A6}"/>
              </a:ext>
            </a:extLst>
          </p:cNvPr>
          <p:cNvSpPr/>
          <p:nvPr/>
        </p:nvSpPr>
        <p:spPr>
          <a:xfrm>
            <a:off x="1537077" y="5623228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04</a:t>
            </a:r>
            <a:endParaRPr lang="es-CL" sz="4000" b="1" dirty="0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C8D6C8D5-005A-CF19-B81F-B35FC818FFBE}"/>
              </a:ext>
            </a:extLst>
          </p:cNvPr>
          <p:cNvSpPr/>
          <p:nvPr/>
        </p:nvSpPr>
        <p:spPr>
          <a:xfrm>
            <a:off x="1537077" y="2963258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02</a:t>
            </a:r>
            <a:endParaRPr lang="es-CL" sz="4000" b="1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39D2907-C637-B869-72C2-455A16F778BD}"/>
              </a:ext>
            </a:extLst>
          </p:cNvPr>
          <p:cNvSpPr/>
          <p:nvPr/>
        </p:nvSpPr>
        <p:spPr>
          <a:xfrm>
            <a:off x="1531562" y="6953213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05</a:t>
            </a:r>
            <a:endParaRPr lang="es-CL" sz="4000" b="1" dirty="0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6150F0F7-C993-57FD-318B-7214E409B238}"/>
              </a:ext>
            </a:extLst>
          </p:cNvPr>
          <p:cNvSpPr/>
          <p:nvPr/>
        </p:nvSpPr>
        <p:spPr>
          <a:xfrm>
            <a:off x="1537077" y="4293243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03</a:t>
            </a:r>
            <a:endParaRPr lang="es-CL" sz="4000" b="1" dirty="0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98ECD698-8882-86D8-A4D7-092E5BE40509}"/>
              </a:ext>
            </a:extLst>
          </p:cNvPr>
          <p:cNvSpPr/>
          <p:nvPr/>
        </p:nvSpPr>
        <p:spPr>
          <a:xfrm>
            <a:off x="1539334" y="8262456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06</a:t>
            </a:r>
            <a:endParaRPr lang="es-CL" sz="4000" b="1" dirty="0"/>
          </a:p>
        </p:txBody>
      </p:sp>
      <p:sp>
        <p:nvSpPr>
          <p:cNvPr id="2" name="Google Shape;42;p47">
            <a:extLst>
              <a:ext uri="{FF2B5EF4-FFF2-40B4-BE49-F238E27FC236}">
                <a16:creationId xmlns:a16="http://schemas.microsoft.com/office/drawing/2014/main" id="{18E8A85C-8E9F-FD0F-28FB-2843A8A57F17}"/>
              </a:ext>
            </a:extLst>
          </p:cNvPr>
          <p:cNvSpPr txBox="1">
            <a:spLocks/>
          </p:cNvSpPr>
          <p:nvPr/>
        </p:nvSpPr>
        <p:spPr>
          <a:xfrm>
            <a:off x="2505039" y="4554548"/>
            <a:ext cx="2939846" cy="57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¿Qué son los atributos?</a:t>
            </a:r>
          </a:p>
        </p:txBody>
      </p:sp>
      <p:sp>
        <p:nvSpPr>
          <p:cNvPr id="3" name="Google Shape;42;p47">
            <a:extLst>
              <a:ext uri="{FF2B5EF4-FFF2-40B4-BE49-F238E27FC236}">
                <a16:creationId xmlns:a16="http://schemas.microsoft.com/office/drawing/2014/main" id="{572E480F-6065-A721-E0C3-80AE772B43B3}"/>
              </a:ext>
            </a:extLst>
          </p:cNvPr>
          <p:cNvSpPr txBox="1">
            <a:spLocks/>
          </p:cNvSpPr>
          <p:nvPr/>
        </p:nvSpPr>
        <p:spPr>
          <a:xfrm>
            <a:off x="2505039" y="5846774"/>
            <a:ext cx="2939846" cy="57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Métodos en POO</a:t>
            </a:r>
          </a:p>
          <a:p>
            <a:endParaRPr lang="es-E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Google Shape;42;p47">
            <a:extLst>
              <a:ext uri="{FF2B5EF4-FFF2-40B4-BE49-F238E27FC236}">
                <a16:creationId xmlns:a16="http://schemas.microsoft.com/office/drawing/2014/main" id="{9D2ED399-5F78-8328-2526-FD6AADEE0C36}"/>
              </a:ext>
            </a:extLst>
          </p:cNvPr>
          <p:cNvSpPr txBox="1">
            <a:spLocks/>
          </p:cNvSpPr>
          <p:nvPr/>
        </p:nvSpPr>
        <p:spPr>
          <a:xfrm>
            <a:off x="2581092" y="7176759"/>
            <a:ext cx="3436250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¿Qué es un constructor?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Google Shape;42;p47">
            <a:extLst>
              <a:ext uri="{FF2B5EF4-FFF2-40B4-BE49-F238E27FC236}">
                <a16:creationId xmlns:a16="http://schemas.microsoft.com/office/drawing/2014/main" id="{09C17421-82A1-B66E-6DBB-F1E91FE3CD67}"/>
              </a:ext>
            </a:extLst>
          </p:cNvPr>
          <p:cNvSpPr txBox="1">
            <a:spLocks/>
          </p:cNvSpPr>
          <p:nvPr/>
        </p:nvSpPr>
        <p:spPr>
          <a:xfrm>
            <a:off x="2582368" y="8542564"/>
            <a:ext cx="3146860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El uso de “this” en Java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4EE47C2-77C4-01B0-AAD9-B6C436952989}"/>
              </a:ext>
            </a:extLst>
          </p:cNvPr>
          <p:cNvSpPr/>
          <p:nvPr/>
        </p:nvSpPr>
        <p:spPr>
          <a:xfrm>
            <a:off x="6202053" y="443504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07</a:t>
            </a:r>
            <a:endParaRPr lang="es-CL" sz="4000" b="1" dirty="0"/>
          </a:p>
        </p:txBody>
      </p:sp>
      <p:sp>
        <p:nvSpPr>
          <p:cNvPr id="7" name="Google Shape;42;p47">
            <a:extLst>
              <a:ext uri="{FF2B5EF4-FFF2-40B4-BE49-F238E27FC236}">
                <a16:creationId xmlns:a16="http://schemas.microsoft.com/office/drawing/2014/main" id="{707B3759-4EB6-860A-B5E1-407CB49782D5}"/>
              </a:ext>
            </a:extLst>
          </p:cNvPr>
          <p:cNvSpPr txBox="1">
            <a:spLocks/>
          </p:cNvSpPr>
          <p:nvPr/>
        </p:nvSpPr>
        <p:spPr>
          <a:xfrm>
            <a:off x="7185130" y="696709"/>
            <a:ext cx="3264311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Encapsulamiento en Java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324C1F5-8C81-8B47-0E3A-9708AD06F98A}"/>
              </a:ext>
            </a:extLst>
          </p:cNvPr>
          <p:cNvSpPr/>
          <p:nvPr/>
        </p:nvSpPr>
        <p:spPr>
          <a:xfrm>
            <a:off x="6189158" y="1735098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08</a:t>
            </a:r>
            <a:endParaRPr lang="es-CL" sz="4000" b="1" dirty="0"/>
          </a:p>
        </p:txBody>
      </p:sp>
      <p:sp>
        <p:nvSpPr>
          <p:cNvPr id="11" name="Google Shape;42;p47">
            <a:extLst>
              <a:ext uri="{FF2B5EF4-FFF2-40B4-BE49-F238E27FC236}">
                <a16:creationId xmlns:a16="http://schemas.microsoft.com/office/drawing/2014/main" id="{7A734EC8-0FB8-C7CA-2F0B-0F5637A5979A}"/>
              </a:ext>
            </a:extLst>
          </p:cNvPr>
          <p:cNvSpPr txBox="1">
            <a:spLocks/>
          </p:cNvSpPr>
          <p:nvPr/>
        </p:nvSpPr>
        <p:spPr>
          <a:xfrm>
            <a:off x="7154753" y="1988972"/>
            <a:ext cx="3747388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Modificadores de acceso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D1FA359-8267-CC5B-4FAC-C4AD3CBBB418}"/>
              </a:ext>
            </a:extLst>
          </p:cNvPr>
          <p:cNvSpPr/>
          <p:nvPr/>
        </p:nvSpPr>
        <p:spPr>
          <a:xfrm>
            <a:off x="6182471" y="3048457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09</a:t>
            </a:r>
            <a:endParaRPr lang="es-CL" sz="4000" b="1" dirty="0"/>
          </a:p>
        </p:txBody>
      </p:sp>
      <p:sp>
        <p:nvSpPr>
          <p:cNvPr id="13" name="Google Shape;42;p47">
            <a:extLst>
              <a:ext uri="{FF2B5EF4-FFF2-40B4-BE49-F238E27FC236}">
                <a16:creationId xmlns:a16="http://schemas.microsoft.com/office/drawing/2014/main" id="{1CB44784-8FEC-58A9-CDCC-26E154AD1D92}"/>
              </a:ext>
            </a:extLst>
          </p:cNvPr>
          <p:cNvSpPr txBox="1">
            <a:spLocks/>
          </p:cNvSpPr>
          <p:nvPr/>
        </p:nvSpPr>
        <p:spPr>
          <a:xfrm>
            <a:off x="7260474" y="3283015"/>
            <a:ext cx="3235504" cy="74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Herencia en Java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2D52009-86C7-7C5B-BB4D-AB30DFAE2421}"/>
              </a:ext>
            </a:extLst>
          </p:cNvPr>
          <p:cNvSpPr/>
          <p:nvPr/>
        </p:nvSpPr>
        <p:spPr>
          <a:xfrm>
            <a:off x="6167877" y="4361816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10</a:t>
            </a:r>
            <a:endParaRPr lang="es-CL" sz="4000" b="1" dirty="0"/>
          </a:p>
        </p:txBody>
      </p:sp>
      <p:sp>
        <p:nvSpPr>
          <p:cNvPr id="15" name="Google Shape;42;p47">
            <a:extLst>
              <a:ext uri="{FF2B5EF4-FFF2-40B4-BE49-F238E27FC236}">
                <a16:creationId xmlns:a16="http://schemas.microsoft.com/office/drawing/2014/main" id="{72B1E969-6659-E3A1-C27A-53062891E4C9}"/>
              </a:ext>
            </a:extLst>
          </p:cNvPr>
          <p:cNvSpPr txBox="1">
            <a:spLocks/>
          </p:cNvSpPr>
          <p:nvPr/>
        </p:nvSpPr>
        <p:spPr>
          <a:xfrm>
            <a:off x="7226832" y="4591074"/>
            <a:ext cx="3235503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Polimorfismo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247042E-28BE-9379-B6C7-6E7154DA32A7}"/>
              </a:ext>
            </a:extLst>
          </p:cNvPr>
          <p:cNvSpPr/>
          <p:nvPr/>
        </p:nvSpPr>
        <p:spPr>
          <a:xfrm>
            <a:off x="6182471" y="5660354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11</a:t>
            </a:r>
            <a:endParaRPr lang="es-CL" sz="4000" b="1" dirty="0"/>
          </a:p>
        </p:txBody>
      </p:sp>
      <p:sp>
        <p:nvSpPr>
          <p:cNvPr id="17" name="Google Shape;42;p47">
            <a:extLst>
              <a:ext uri="{FF2B5EF4-FFF2-40B4-BE49-F238E27FC236}">
                <a16:creationId xmlns:a16="http://schemas.microsoft.com/office/drawing/2014/main" id="{B3D5238F-5F8B-14D8-469D-DFD28E675E33}"/>
              </a:ext>
            </a:extLst>
          </p:cNvPr>
          <p:cNvSpPr txBox="1">
            <a:spLocks/>
          </p:cNvSpPr>
          <p:nvPr/>
        </p:nvSpPr>
        <p:spPr>
          <a:xfrm>
            <a:off x="7214302" y="7192524"/>
            <a:ext cx="4012669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Diagramas de clase y encapsulamiento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0F85880-7F25-0AC1-4A34-F7F15B785931}"/>
              </a:ext>
            </a:extLst>
          </p:cNvPr>
          <p:cNvSpPr/>
          <p:nvPr/>
        </p:nvSpPr>
        <p:spPr>
          <a:xfrm>
            <a:off x="6182471" y="6973713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12</a:t>
            </a:r>
            <a:endParaRPr lang="es-CL" sz="4000" b="1" dirty="0"/>
          </a:p>
        </p:txBody>
      </p:sp>
      <p:sp>
        <p:nvSpPr>
          <p:cNvPr id="20" name="Google Shape;42;p47">
            <a:extLst>
              <a:ext uri="{FF2B5EF4-FFF2-40B4-BE49-F238E27FC236}">
                <a16:creationId xmlns:a16="http://schemas.microsoft.com/office/drawing/2014/main" id="{BCFE5D23-08F7-171F-7360-512598113195}"/>
              </a:ext>
            </a:extLst>
          </p:cNvPr>
          <p:cNvSpPr txBox="1">
            <a:spLocks/>
          </p:cNvSpPr>
          <p:nvPr/>
        </p:nvSpPr>
        <p:spPr>
          <a:xfrm>
            <a:off x="7199533" y="5972309"/>
            <a:ext cx="4012669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Abstracción – Ocultando Detalles</a:t>
            </a:r>
          </a:p>
          <a:p>
            <a:endParaRPr lang="es-E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F892D90-41A2-9494-95A6-730F403BBB21}"/>
              </a:ext>
            </a:extLst>
          </p:cNvPr>
          <p:cNvSpPr/>
          <p:nvPr/>
        </p:nvSpPr>
        <p:spPr>
          <a:xfrm>
            <a:off x="6183057" y="8262456"/>
            <a:ext cx="1085558" cy="1085558"/>
          </a:xfrm>
          <a:prstGeom prst="ellipse">
            <a:avLst/>
          </a:prstGeom>
          <a:solidFill>
            <a:srgbClr val="397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13</a:t>
            </a:r>
            <a:endParaRPr lang="es-CL" sz="4000" b="1" dirty="0"/>
          </a:p>
        </p:txBody>
      </p:sp>
      <p:sp>
        <p:nvSpPr>
          <p:cNvPr id="22" name="Google Shape;42;p47">
            <a:extLst>
              <a:ext uri="{FF2B5EF4-FFF2-40B4-BE49-F238E27FC236}">
                <a16:creationId xmlns:a16="http://schemas.microsoft.com/office/drawing/2014/main" id="{08CA3A7D-1499-F09B-F0F9-3A54F9859038}"/>
              </a:ext>
            </a:extLst>
          </p:cNvPr>
          <p:cNvSpPr txBox="1">
            <a:spLocks/>
          </p:cNvSpPr>
          <p:nvPr/>
        </p:nvSpPr>
        <p:spPr>
          <a:xfrm>
            <a:off x="7214302" y="8542563"/>
            <a:ext cx="4015926" cy="5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8484"/>
              </a:buClr>
              <a:buSzPts val="2000"/>
              <a:buFont typeface="Roboto Light"/>
              <a:buNone/>
              <a:defRPr sz="3200" b="0" i="0" u="none" strike="noStrike" cap="none">
                <a:solidFill>
                  <a:schemeClr val="tx1"/>
                </a:solidFill>
                <a:latin typeface="Myriad Pro" panose="020B0503030403020204" pitchFamily="34" charset="0"/>
                <a:ea typeface="Roboto Light"/>
                <a:cs typeface="Myriad Pro" panose="020B0503030403020204" pitchFamily="34" charset="0"/>
                <a:sym typeface="Robo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Roboto Light"/>
              <a:buNone/>
              <a:defRPr sz="2400" b="0" i="0" u="none" strike="noStrike" cap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 dirty="0">
                <a:latin typeface="Inter" panose="02000503000000020004" pitchFamily="2" charset="0"/>
                <a:ea typeface="Inter" panose="02000503000000020004" pitchFamily="2" charset="0"/>
              </a:rPr>
              <a:t>Conclusiones y Próximos pasos</a:t>
            </a:r>
          </a:p>
        </p:txBody>
      </p:sp>
    </p:spTree>
    <p:extLst>
      <p:ext uri="{BB962C8B-B14F-4D97-AF65-F5344CB8AC3E}">
        <p14:creationId xmlns:p14="http://schemas.microsoft.com/office/powerpoint/2010/main" val="143511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69270-3BE0-D874-D03A-AAF538CC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2D4A1D3B-F2DF-DD80-2363-738BEF179E52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57660D-FF3F-B855-1359-2A9249DEF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68" y="1298960"/>
            <a:ext cx="16532941" cy="84644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F999D18-0EA9-2EDF-E992-63561911B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4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3D4B-FB66-20B1-42A1-617FD80A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D9B894B6-A225-07F5-0CB6-565B72A160F3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C22D3E9-4948-036D-75B9-64EAB0464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13" y="1295151"/>
            <a:ext cx="16473948" cy="846828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4C3C6E1-1764-9A32-3266-4BEE38E77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5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8587-5560-8CBB-F6C6-58B83A839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42C43DB3-2AF9-592F-4C90-F820879A220E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692A6F-885A-28CC-C2AC-FF881D6C3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68" y="1295152"/>
            <a:ext cx="16518193" cy="846828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CF71511-4280-864E-D7C7-716DD0772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5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4FFD5-136A-2417-64CD-B196F436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F0383206-EF3D-B21C-81D2-2FCFD86B6D47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2" name="Imagen 71">
            <a:extLst>
              <a:ext uri="{FF2B5EF4-FFF2-40B4-BE49-F238E27FC236}">
                <a16:creationId xmlns:a16="http://schemas.microsoft.com/office/drawing/2014/main" id="{13B095E9-9503-A54B-36AF-067790801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1309900"/>
            <a:ext cx="16503445" cy="845353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206F76C-C3FF-1C7D-1305-78CD5C3C5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8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5E116-AD10-6B06-0D1F-F44D5534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CFCF7064-8F67-933B-3D2C-F23CC3612BEC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1F29E7-6C0B-5893-47E5-996606BCE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19" y="1295150"/>
            <a:ext cx="16532942" cy="846828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0BC754A-7C98-4193-7D60-85806C310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93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EF3D8-DEB9-067F-F685-B0A82BDB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C10EB2A8-686F-63C7-2A21-C71122EDB68C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B7E37E-094E-3612-847C-E2F321835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1309900"/>
            <a:ext cx="16503445" cy="845353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51D0FAC-1E06-EEEE-B0E0-2E2B64209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8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A02D-3ADF-F786-84FD-3CA5827F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F49F1A30-6F0A-C4C3-1C90-2154262C13F2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799687-DBA6-371F-2792-6C545A781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865" y="1339397"/>
            <a:ext cx="16488696" cy="842403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2D5D4E-849A-1AAB-4E9E-9C8367046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4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4D23-C136-3798-B8F3-9404C5D2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DC7133AF-E462-2BAC-3DE6-4CC0A5E72A45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9437A6-5C8E-00F8-285A-F811BA92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1309899"/>
            <a:ext cx="16503445" cy="845353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27158DD-8B79-B7F0-9ED0-FF2F86CE4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8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AE49-F96A-C406-60DB-3D7BFE03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D0506E12-55FB-05F2-74DA-99706FCD9781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FC4737-E2F1-F7CC-C3A9-B28FB84F3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1295150"/>
            <a:ext cx="16503445" cy="846828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0FE97F1-638C-836C-5DC9-13A1969F6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14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3BDF-6DD0-C63D-54C2-A4E119B9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D6AFBB92-9B78-14FC-D633-A5EA4C0C2EBB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6F3112-4087-7AFF-7A4F-4E5C269B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68" y="1295151"/>
            <a:ext cx="16518193" cy="846828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2C6522E-CFB7-0082-1B5C-A300DD539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45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956A5-6D0D-8B83-B737-B94DE10B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E401075F-211B-92E6-A7ED-521706599F3A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5FA5CC-E1EC-25B6-88B0-286DE276B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865" y="1309900"/>
            <a:ext cx="16488696" cy="845353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B92D9B1-93CE-85C9-F2E7-7DF0CF0D1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76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4365-09D7-7664-D4F9-71406402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C83DCFBF-D4A3-33CC-FE57-F834063D5AEA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9B8385-3897-DDAC-CE5F-33DBEFA43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1295150"/>
            <a:ext cx="16503445" cy="846828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9631469-C369-BFE2-8AB7-64D3E3B65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27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4117-BBA4-8CB9-1079-0C8AFC63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ECCC492F-BDBD-39A2-CC0E-ECA3C4AB89CE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BC13408-E9D9-4E57-3C98-715C97C84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110" y="1339396"/>
            <a:ext cx="16444451" cy="842403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A1BD0D0-B648-7CBB-81B6-DE123DD60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8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4D0E-43B7-4768-FAEC-221115AE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4;p10">
            <a:extLst>
              <a:ext uri="{FF2B5EF4-FFF2-40B4-BE49-F238E27FC236}">
                <a16:creationId xmlns:a16="http://schemas.microsoft.com/office/drawing/2014/main" id="{ECCC28F3-4102-169F-BDBC-12A43DFB63B2}"/>
              </a:ext>
            </a:extLst>
          </p:cNvPr>
          <p:cNvSpPr/>
          <p:nvPr/>
        </p:nvSpPr>
        <p:spPr>
          <a:xfrm>
            <a:off x="1918825" y="1050475"/>
            <a:ext cx="1787458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E0CE51-2072-938B-D8B2-9A06507BB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865" y="1309899"/>
            <a:ext cx="16488696" cy="845353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466FEEE-407D-EFEB-54E6-C58231CE2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297" y="9134694"/>
            <a:ext cx="6382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58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g35973e1d5e9_0_39"/>
          <p:cNvPicPr preferRelativeResize="0"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8288000" cy="10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5973e1d5e9_0_39"/>
          <p:cNvSpPr/>
          <p:nvPr/>
        </p:nvSpPr>
        <p:spPr>
          <a:xfrm flipH="1">
            <a:off x="0" y="0"/>
            <a:ext cx="18288000" cy="10287000"/>
          </a:xfrm>
          <a:prstGeom prst="rect">
            <a:avLst/>
          </a:prstGeom>
          <a:solidFill>
            <a:schemeClr val="bg1">
              <a:alpha val="597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3" name="Google Shape;293;g35973e1d5e9_0_39"/>
          <p:cNvSpPr txBox="1">
            <a:spLocks noGrp="1"/>
          </p:cNvSpPr>
          <p:nvPr>
            <p:ph type="title" idx="4294967295"/>
          </p:nvPr>
        </p:nvSpPr>
        <p:spPr>
          <a:xfrm>
            <a:off x="1962600" y="4607800"/>
            <a:ext cx="14362800" cy="1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Roboto Slab"/>
              <a:buNone/>
            </a:pPr>
            <a:r>
              <a:rPr lang="en-US" sz="7000" dirty="0">
                <a:solidFill>
                  <a:srgbClr val="2B5A8D"/>
                </a:solidFill>
                <a:latin typeface="Arial"/>
                <a:ea typeface="Arial"/>
                <a:cs typeface="Arial"/>
                <a:sym typeface="Arial"/>
              </a:rPr>
              <a:t>¡Has finalizado el módulo!</a:t>
            </a:r>
            <a:endParaRPr sz="7000" dirty="0">
              <a:solidFill>
                <a:srgbClr val="2B5A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5973e1d5e9_0_39"/>
          <p:cNvSpPr txBox="1">
            <a:spLocks noGrp="1"/>
          </p:cNvSpPr>
          <p:nvPr>
            <p:ph type="title" idx="4294967295"/>
          </p:nvPr>
        </p:nvSpPr>
        <p:spPr>
          <a:xfrm>
            <a:off x="5012100" y="3924550"/>
            <a:ext cx="8263800" cy="1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Roboto Slab"/>
              <a:buNone/>
            </a:pPr>
            <a:r>
              <a:rPr lang="en-US" sz="7000" b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Felicitaciones</a:t>
            </a:r>
            <a:endParaRPr sz="7000" b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5973e1d5e9_0_39"/>
          <p:cNvSpPr/>
          <p:nvPr/>
        </p:nvSpPr>
        <p:spPr>
          <a:xfrm>
            <a:off x="7800000" y="3794050"/>
            <a:ext cx="2688000" cy="130500"/>
          </a:xfrm>
          <a:prstGeom prst="roundRect">
            <a:avLst>
              <a:gd name="adj" fmla="val 16667"/>
            </a:avLst>
          </a:prstGeom>
          <a:solidFill>
            <a:srgbClr val="2B5A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00D3B3B-5B30-280D-0672-46EA6BFE344D}"/>
              </a:ext>
            </a:extLst>
          </p:cNvPr>
          <p:cNvGrpSpPr/>
          <p:nvPr/>
        </p:nvGrpSpPr>
        <p:grpSpPr>
          <a:xfrm>
            <a:off x="16897158" y="264043"/>
            <a:ext cx="1137661" cy="9771614"/>
            <a:chOff x="16897158" y="264043"/>
            <a:chExt cx="1137661" cy="9771614"/>
          </a:xfrm>
          <a:solidFill>
            <a:srgbClr val="2B5A8D"/>
          </a:solidFill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5C03BD1-4456-B8DA-51A8-439CFC615E78}"/>
                </a:ext>
              </a:extLst>
            </p:cNvPr>
            <p:cNvGrpSpPr/>
            <p:nvPr/>
          </p:nvGrpSpPr>
          <p:grpSpPr>
            <a:xfrm rot="16200000">
              <a:off x="16897159" y="264043"/>
              <a:ext cx="1137660" cy="1137660"/>
              <a:chOff x="16818403" y="8803868"/>
              <a:chExt cx="1137660" cy="1137660"/>
            </a:xfrm>
            <a:grpFill/>
          </p:grpSpPr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CCD7CE8A-EF2E-4FEB-43A3-E01697AE78E0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B508CF00-1B62-DAD6-B919-7FDDB2D5E083}"/>
                  </a:ext>
                </a:extLst>
              </p:cNvPr>
              <p:cNvSpPr/>
              <p:nvPr userDrawn="1"/>
            </p:nvSpPr>
            <p:spPr>
              <a:xfrm rot="5400000">
                <a:off x="17297502" y="9282968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449EDD08-60C2-3DFD-CB39-739903A999D2}"/>
                </a:ext>
              </a:extLst>
            </p:cNvPr>
            <p:cNvGrpSpPr/>
            <p:nvPr/>
          </p:nvGrpSpPr>
          <p:grpSpPr>
            <a:xfrm>
              <a:off x="16897158" y="8897997"/>
              <a:ext cx="1137660" cy="1137660"/>
              <a:chOff x="16818403" y="8803867"/>
              <a:chExt cx="1137660" cy="1137660"/>
            </a:xfrm>
            <a:grpFill/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3578F9D9-1D1A-5315-A9C3-59C315054044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84451531-B9A1-D337-BB79-B4F9431EB3BC}"/>
                  </a:ext>
                </a:extLst>
              </p:cNvPr>
              <p:cNvSpPr/>
              <p:nvPr userDrawn="1"/>
            </p:nvSpPr>
            <p:spPr>
              <a:xfrm rot="5400000">
                <a:off x="17297503" y="92829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61335AC-84AD-42AC-FAFF-1BF7AE6A71AF}"/>
              </a:ext>
            </a:extLst>
          </p:cNvPr>
          <p:cNvGrpSpPr/>
          <p:nvPr/>
        </p:nvGrpSpPr>
        <p:grpSpPr>
          <a:xfrm>
            <a:off x="272416" y="264043"/>
            <a:ext cx="1137661" cy="9771614"/>
            <a:chOff x="272416" y="264043"/>
            <a:chExt cx="1137661" cy="9771614"/>
          </a:xfrm>
          <a:solidFill>
            <a:srgbClr val="2B5A8D"/>
          </a:solidFill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57CBD2C-B4E7-C666-C41B-CF4ACF09FC2C}"/>
                </a:ext>
              </a:extLst>
            </p:cNvPr>
            <p:cNvGrpSpPr/>
            <p:nvPr/>
          </p:nvGrpSpPr>
          <p:grpSpPr>
            <a:xfrm rot="5400000">
              <a:off x="272416" y="8897997"/>
              <a:ext cx="1137660" cy="1137660"/>
              <a:chOff x="16818403" y="8803867"/>
              <a:chExt cx="1137660" cy="1137660"/>
            </a:xfrm>
            <a:grpFill/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B20D0896-078D-C0AB-90E7-C0519E23744D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AD94071F-3585-D125-CBD4-21CD33CE9D09}"/>
                  </a:ext>
                </a:extLst>
              </p:cNvPr>
              <p:cNvSpPr/>
              <p:nvPr userDrawn="1"/>
            </p:nvSpPr>
            <p:spPr>
              <a:xfrm rot="5400000">
                <a:off x="17297503" y="92829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CEBB3E6C-F3BC-603E-D0F6-29F4A4BB8C2E}"/>
                </a:ext>
              </a:extLst>
            </p:cNvPr>
            <p:cNvGrpSpPr/>
            <p:nvPr/>
          </p:nvGrpSpPr>
          <p:grpSpPr>
            <a:xfrm rot="10800000">
              <a:off x="272417" y="264043"/>
              <a:ext cx="1137660" cy="1137660"/>
              <a:chOff x="16818403" y="8803867"/>
              <a:chExt cx="1137660" cy="1137660"/>
            </a:xfrm>
            <a:grpFill/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48DF7477-B930-0ECC-8DCD-AF12840AC6D7}"/>
                  </a:ext>
                </a:extLst>
              </p:cNvPr>
              <p:cNvSpPr/>
              <p:nvPr userDrawn="1"/>
            </p:nvSpPr>
            <p:spPr>
              <a:xfrm>
                <a:off x="16818403" y="97620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8BD7E59-BE93-ED48-0F4D-92329CEFE41D}"/>
                  </a:ext>
                </a:extLst>
              </p:cNvPr>
              <p:cNvSpPr/>
              <p:nvPr userDrawn="1"/>
            </p:nvSpPr>
            <p:spPr>
              <a:xfrm rot="5400000">
                <a:off x="17297503" y="9282967"/>
                <a:ext cx="1137660" cy="179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0D72B42F-F50A-AA8A-D0C4-51F70A94A52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485" y="1898014"/>
            <a:ext cx="390946" cy="64909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3956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32">
      <a:dk1>
        <a:srgbClr val="0B0B0B"/>
      </a:dk1>
      <a:lt1>
        <a:srgbClr val="FFFFFF"/>
      </a:lt1>
      <a:dk2>
        <a:srgbClr val="A8AFB9"/>
      </a:dk2>
      <a:lt2>
        <a:srgbClr val="FFFFFF"/>
      </a:lt2>
      <a:accent1>
        <a:srgbClr val="27C45F"/>
      </a:accent1>
      <a:accent2>
        <a:srgbClr val="199596"/>
      </a:accent2>
      <a:accent3>
        <a:srgbClr val="0D66C5"/>
      </a:accent3>
      <a:accent4>
        <a:srgbClr val="0947A4"/>
      </a:accent4>
      <a:accent5>
        <a:srgbClr val="173789"/>
      </a:accent5>
      <a:accent6>
        <a:srgbClr val="A5ADB6"/>
      </a:accent6>
      <a:hlink>
        <a:srgbClr val="0070C0"/>
      </a:hlink>
      <a:folHlink>
        <a:srgbClr val="16B0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E7370AD0396A6478F442C0A486423A4" ma:contentTypeVersion="11" ma:contentTypeDescription="Crear nuevo documento." ma:contentTypeScope="" ma:versionID="3c01203311ed5c959e4d2f1d194aa71b">
  <xsd:schema xmlns:xsd="http://www.w3.org/2001/XMLSchema" xmlns:xs="http://www.w3.org/2001/XMLSchema" xmlns:p="http://schemas.microsoft.com/office/2006/metadata/properties" xmlns:ns2="3880dd25-2071-4d87-b904-e37676d1b7b0" xmlns:ns3="4165f30c-cd81-42a1-ac22-16fa081e8800" targetNamespace="http://schemas.microsoft.com/office/2006/metadata/properties" ma:root="true" ma:fieldsID="238834317530871ea91c487c0e44a510" ns2:_="" ns3:_="">
    <xsd:import namespace="3880dd25-2071-4d87-b904-e37676d1b7b0"/>
    <xsd:import namespace="4165f30c-cd81-42a1-ac22-16fa081e88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80dd25-2071-4d87-b904-e37676d1b7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5f30c-cd81-42a1-ac22-16fa081e880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b427867-0279-4c7d-932f-fe0ed0038037}" ma:internalName="TaxCatchAll" ma:showField="CatchAllData" ma:web="4165f30c-cd81-42a1-ac22-16fa081e88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5f30c-cd81-42a1-ac22-16fa081e8800" xsi:nil="true"/>
    <lcf76f155ced4ddcb4097134ff3c332f xmlns="3880dd25-2071-4d87-b904-e37676d1b7b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5CDBE1-9968-43C9-B3E7-E55B8D04E1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80dd25-2071-4d87-b904-e37676d1b7b0"/>
    <ds:schemaRef ds:uri="4165f30c-cd81-42a1-ac22-16fa081e88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D276F1-5ACA-4CF0-AB56-50DA49F75FBD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dbb86751-ad4c-49ff-a33d-b7314027950b"/>
    <ds:schemaRef ds:uri="http://purl.org/dc/terms/"/>
    <ds:schemaRef ds:uri="http://schemas.microsoft.com/office/infopath/2007/PartnerControls"/>
    <ds:schemaRef ds:uri="4215e297-5d6e-42b1-b795-55976a17412c"/>
    <ds:schemaRef ds:uri="http://schemas.microsoft.com/office/2006/metadata/properties"/>
    <ds:schemaRef ds:uri="4165f30c-cd81-42a1-ac22-16fa081e8800"/>
    <ds:schemaRef ds:uri="3880dd25-2071-4d87-b904-e37676d1b7b0"/>
  </ds:schemaRefs>
</ds:datastoreItem>
</file>

<file path=customXml/itemProps3.xml><?xml version="1.0" encoding="utf-8"?>
<ds:datastoreItem xmlns:ds="http://schemas.openxmlformats.org/officeDocument/2006/customXml" ds:itemID="{20E63416-2F4A-4C8E-A726-50F67CE620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2476</TotalTime>
  <Words>112</Words>
  <Application>Microsoft Office PowerPoint</Application>
  <PresentationFormat>Personalizado</PresentationFormat>
  <Paragraphs>48</Paragraphs>
  <Slides>18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Roboto Light</vt:lpstr>
      <vt:lpstr>Arial</vt:lpstr>
      <vt:lpstr>Roboto Slab</vt:lpstr>
      <vt:lpstr>Inter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¡Has finalizado el módulo!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Inzunza.</dc:creator>
  <cp:lastModifiedBy>Jesusariel Parra Vega</cp:lastModifiedBy>
  <cp:revision>20</cp:revision>
  <dcterms:modified xsi:type="dcterms:W3CDTF">2026-07-13T06:54:27Z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0x0101007E7370AD0396A6478F442C0A486423A4</vt:lpwstr>
  </property>
  <property fmtid="{D5CDD505-2E9C-101B-9397-08002B2CF9AE}" pid="3" name="MediaServiceImageTags">
    <vt:lpwstr/>
  </property>
  <property fmtid="{D5CDD505-2E9C-101B-9397-08002B2CF9AE}" pid="4" name="ArticulateGUID">
    <vt:lpwstr>0E62A1B4-9643-4B0C-B267-11ADB6882F88</vt:lpwstr>
  </property>
  <property fmtid="{D5CDD505-2E9C-101B-9397-08002B2CF9AE}" pid="5" name="ArticulatePath">
    <vt:lpwstr>Propuesta PPT Informatica y telecomunicaciones</vt:lpwstr>
  </property>
  <property fmtid="{D5CDD505-2E9C-101B-9397-08002B2CF9AE}" pid="6" name="Order">
    <vt:lpwstr>276600.000000000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</Properties>
</file>